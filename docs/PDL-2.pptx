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20"/>
  </p:notesMasterIdLst>
  <p:handoutMasterIdLst>
    <p:handoutMasterId r:id="rId21"/>
  </p:handoutMasterIdLst>
  <p:sldIdLst>
    <p:sldId id="267" r:id="rId3"/>
    <p:sldId id="353" r:id="rId4"/>
    <p:sldId id="343" r:id="rId5"/>
    <p:sldId id="344" r:id="rId6"/>
    <p:sldId id="260" r:id="rId7"/>
    <p:sldId id="346" r:id="rId8"/>
    <p:sldId id="354" r:id="rId9"/>
    <p:sldId id="356" r:id="rId10"/>
    <p:sldId id="357" r:id="rId11"/>
    <p:sldId id="358" r:id="rId12"/>
    <p:sldId id="359" r:id="rId13"/>
    <p:sldId id="315" r:id="rId14"/>
    <p:sldId id="325" r:id="rId15"/>
    <p:sldId id="326" r:id="rId16"/>
    <p:sldId id="328" r:id="rId17"/>
    <p:sldId id="322" r:id="rId18"/>
    <p:sldId id="314" r:id="rId19"/>
  </p:sldIdLst>
  <p:sldSz cx="18286413" cy="10287000"/>
  <p:notesSz cx="6858000" cy="9144000"/>
  <p:defaultTextStyle>
    <a:defPPr>
      <a:defRPr lang="en-US"/>
    </a:defPPr>
    <a:lvl1pPr marL="0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FCD45D-8507-4149-B027-829533293015}">
          <p14:sldIdLst>
            <p14:sldId id="267"/>
          </p14:sldIdLst>
        </p14:section>
        <p14:section name="Untitled Section" id="{830C3E13-7262-4AEF-8C83-FFF9D927065A}">
          <p14:sldIdLst>
            <p14:sldId id="353"/>
            <p14:sldId id="343"/>
            <p14:sldId id="344"/>
            <p14:sldId id="260"/>
            <p14:sldId id="346"/>
            <p14:sldId id="354"/>
            <p14:sldId id="356"/>
            <p14:sldId id="357"/>
            <p14:sldId id="358"/>
            <p14:sldId id="359"/>
          </p14:sldIdLst>
        </p14:section>
        <p14:section name="Untitled Section" id="{89D2E666-732B-4B24-93CE-B0C6EB56CA10}">
          <p14:sldIdLst>
            <p14:sldId id="315"/>
            <p14:sldId id="325"/>
            <p14:sldId id="326"/>
            <p14:sldId id="328"/>
            <p14:sldId id="322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372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TAN JARANDE" initials="CJ" lastIdx="1" clrIdx="0">
    <p:extLst>
      <p:ext uri="{19B8F6BF-5375-455C-9EA6-DF929625EA0E}">
        <p15:presenceInfo xmlns:p15="http://schemas.microsoft.com/office/powerpoint/2012/main" userId="4057f765530d78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D51"/>
    <a:srgbClr val="14DA64"/>
    <a:srgbClr val="FFFFFF"/>
    <a:srgbClr val="D2D2D2"/>
    <a:srgbClr val="0F0634"/>
    <a:srgbClr val="000000"/>
    <a:srgbClr val="54ACE2"/>
    <a:srgbClr val="3EA3F8"/>
    <a:srgbClr val="06105A"/>
    <a:srgbClr val="000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howGuides="1">
      <p:cViewPr varScale="1">
        <p:scale>
          <a:sx n="52" d="100"/>
          <a:sy n="52" d="100"/>
        </p:scale>
        <p:origin x="835" y="67"/>
      </p:cViewPr>
      <p:guideLst>
        <p:guide orient="horz" pos="5372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2" d="100"/>
        <a:sy n="52" d="100"/>
      </p:scale>
      <p:origin x="0" y="-3336"/>
    </p:cViewPr>
  </p:sorterViewPr>
  <p:notesViewPr>
    <p:cSldViewPr showGuides="1"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33536-0B1C-4113-81A9-88933E6B5E35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39D4A-42BD-4661-A34B-169B9D4948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924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AB2DA-10AE-4BD6-BFC1-534DE09D66C3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1ECDC-7530-4EA9-86FD-4E56342A47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9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4BC0D-014C-48ED-81A1-5D8B3D3D48F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94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46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9CA9-6F88-02CB-B8E7-5E8C14C3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B2E51-C2F1-2AD8-D133-BE91FDEC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44247-9C21-6E10-B04C-596A0A4E8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450BA-8CCC-1B53-8D27-F754589F9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58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C71B-6A12-292F-AB86-6529ACAB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C07C1-C20A-CC54-1C5A-1E2966D1B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3C1D7-6A3E-C3ED-B785-8DA20BC08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C911C-EA24-D393-C77E-B51DAF1AF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5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F988-9805-2BB0-B99D-B05A06A3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DA85A-D3C2-E226-B1BB-051045FBF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01298-1F24-EB30-D3F6-96C4C06F6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ACACD-343C-176E-A3C4-02A801832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56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1BA0C-03F9-CC16-5876-120E656F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1B0DA-7DEF-DE30-F9FD-5FC7F9BEF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84D3B-0947-A4DB-5EF0-26B264B86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7B779-CDAD-271D-9384-027291095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9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FEE2-7EE6-FEB9-6010-F55E99A2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8B684-20B3-FEC7-6A2B-4AFA08391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98A8B-1AF3-A45F-9D12-B5805C479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C37A8-F8AB-1A4E-231B-B816955C5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1ECDC-7530-4EA9-86FD-4E56342A475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0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辺形 8"/>
          <p:cNvSpPr/>
          <p:nvPr userDrawn="1"/>
        </p:nvSpPr>
        <p:spPr>
          <a:xfrm>
            <a:off x="2302446" y="3353513"/>
            <a:ext cx="13465496" cy="3302155"/>
          </a:xfrm>
          <a:prstGeom prst="parallelogram">
            <a:avLst>
              <a:gd name="adj" fmla="val 55566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427035" y="3991372"/>
            <a:ext cx="10044763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9600" baseline="0">
                <a:solidFill>
                  <a:schemeClr val="bg1"/>
                </a:solidFill>
                <a:latin typeface="Bebas Neue Regular" pitchFamily="50" charset="0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33902">
            <a:off x="-1044000" y="5180019"/>
            <a:ext cx="8782393" cy="136042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3902">
            <a:off x="10188000" y="3739857"/>
            <a:ext cx="8782393" cy="1360425"/>
          </a:xfrm>
          <a:prstGeom prst="rect">
            <a:avLst/>
          </a:prstGeom>
        </p:spPr>
      </p:pic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407613" y="4934253"/>
            <a:ext cx="9992177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390678" y="5791572"/>
            <a:ext cx="9577064" cy="4320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aseline="0">
                <a:solidFill>
                  <a:schemeClr val="tx1">
                    <a:alpha val="5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Information Here</a:t>
            </a:r>
          </a:p>
        </p:txBody>
      </p:sp>
    </p:spTree>
    <p:extLst>
      <p:ext uri="{BB962C8B-B14F-4D97-AF65-F5344CB8AC3E}">
        <p14:creationId xmlns:p14="http://schemas.microsoft.com/office/powerpoint/2010/main" val="72503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辺形 8"/>
          <p:cNvSpPr/>
          <p:nvPr userDrawn="1"/>
        </p:nvSpPr>
        <p:spPr>
          <a:xfrm>
            <a:off x="2302446" y="3353513"/>
            <a:ext cx="13465496" cy="3302155"/>
          </a:xfrm>
          <a:prstGeom prst="parallelogram">
            <a:avLst>
              <a:gd name="adj" fmla="val 55566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427035" y="4207396"/>
            <a:ext cx="10044763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9600" baseline="0">
                <a:solidFill>
                  <a:schemeClr val="bg1"/>
                </a:solidFill>
                <a:latin typeface="Bebas Neue Regular" pitchFamily="50" charset="0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33902">
            <a:off x="-1044000" y="5180019"/>
            <a:ext cx="8782393" cy="136042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3902">
            <a:off x="10188000" y="3739857"/>
            <a:ext cx="8782393" cy="1360425"/>
          </a:xfrm>
          <a:prstGeom prst="rect">
            <a:avLst/>
          </a:prstGeom>
        </p:spPr>
      </p:pic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407613" y="5150277"/>
            <a:ext cx="9992177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7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辺形 8"/>
          <p:cNvSpPr/>
          <p:nvPr userDrawn="1"/>
        </p:nvSpPr>
        <p:spPr>
          <a:xfrm>
            <a:off x="2302446" y="3353513"/>
            <a:ext cx="13465496" cy="3302155"/>
          </a:xfrm>
          <a:prstGeom prst="parallelogram">
            <a:avLst>
              <a:gd name="adj" fmla="val 55566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427035" y="4207396"/>
            <a:ext cx="10044763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9600" baseline="0">
                <a:solidFill>
                  <a:schemeClr val="bg1"/>
                </a:solidFill>
                <a:latin typeface="Bebas Neue Regular" pitchFamily="50" charset="0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33902">
            <a:off x="-1044000" y="5180019"/>
            <a:ext cx="8782393" cy="136042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3902">
            <a:off x="10188000" y="3739857"/>
            <a:ext cx="8782393" cy="1360425"/>
          </a:xfrm>
          <a:prstGeom prst="rect">
            <a:avLst/>
          </a:prstGeom>
        </p:spPr>
      </p:pic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407613" y="5222285"/>
            <a:ext cx="9992177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54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8495134" y="8383860"/>
            <a:ext cx="9577064" cy="165635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None/>
              <a:defRPr sz="2000" baseline="0">
                <a:solidFill>
                  <a:schemeClr val="tx1">
                    <a:alpha val="8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Information Here</a:t>
            </a:r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quarter" idx="11" hasCustomPrompt="1"/>
          </p:nvPr>
        </p:nvSpPr>
        <p:spPr>
          <a:xfrm>
            <a:off x="4425889" y="6727676"/>
            <a:ext cx="8893781" cy="50405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alpha val="8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Information Here</a:t>
            </a:r>
          </a:p>
        </p:txBody>
      </p:sp>
    </p:spTree>
    <p:extLst>
      <p:ext uri="{BB962C8B-B14F-4D97-AF65-F5344CB8AC3E}">
        <p14:creationId xmlns:p14="http://schemas.microsoft.com/office/powerpoint/2010/main" val="28698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辺形 8"/>
          <p:cNvSpPr/>
          <p:nvPr userDrawn="1"/>
        </p:nvSpPr>
        <p:spPr>
          <a:xfrm>
            <a:off x="1278000" y="6439644"/>
            <a:ext cx="13465496" cy="2131359"/>
          </a:xfrm>
          <a:prstGeom prst="parallelogram">
            <a:avLst>
              <a:gd name="adj" fmla="val 55566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648411" y="6690047"/>
            <a:ext cx="10441160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33902">
            <a:off x="36000" y="6889991"/>
            <a:ext cx="4792775" cy="136042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3902">
            <a:off x="11124000" y="6889991"/>
            <a:ext cx="4792776" cy="1360425"/>
          </a:xfrm>
          <a:prstGeom prst="rect">
            <a:avLst/>
          </a:prstGeom>
        </p:spPr>
      </p:pic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662486" y="7663780"/>
            <a:ext cx="10441160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1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図プレースホルダー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3958630" y="6726195"/>
            <a:ext cx="13528214" cy="2147177"/>
          </a:xfrm>
          <a:custGeom>
            <a:avLst/>
            <a:gdLst>
              <a:gd name="connsiteX0" fmla="*/ 0 w 12313368"/>
              <a:gd name="connsiteY0" fmla="*/ 0 h 2160240"/>
              <a:gd name="connsiteX1" fmla="*/ 12313368 w 12313368"/>
              <a:gd name="connsiteY1" fmla="*/ 0 h 2160240"/>
              <a:gd name="connsiteX2" fmla="*/ 12313368 w 12313368"/>
              <a:gd name="connsiteY2" fmla="*/ 2160240 h 2160240"/>
              <a:gd name="connsiteX3" fmla="*/ 0 w 12313368"/>
              <a:gd name="connsiteY3" fmla="*/ 2160240 h 2160240"/>
              <a:gd name="connsiteX4" fmla="*/ 0 w 12313368"/>
              <a:gd name="connsiteY4" fmla="*/ 0 h 2160240"/>
              <a:gd name="connsiteX0" fmla="*/ 1214846 w 13528214"/>
              <a:gd name="connsiteY0" fmla="*/ 0 h 2160240"/>
              <a:gd name="connsiteX1" fmla="*/ 13528214 w 13528214"/>
              <a:gd name="connsiteY1" fmla="*/ 0 h 2160240"/>
              <a:gd name="connsiteX2" fmla="*/ 13528214 w 13528214"/>
              <a:gd name="connsiteY2" fmla="*/ 2160240 h 2160240"/>
              <a:gd name="connsiteX3" fmla="*/ 0 w 13528214"/>
              <a:gd name="connsiteY3" fmla="*/ 2147177 h 2160240"/>
              <a:gd name="connsiteX4" fmla="*/ 1214846 w 13528214"/>
              <a:gd name="connsiteY4" fmla="*/ 0 h 2160240"/>
              <a:gd name="connsiteX0" fmla="*/ 1214846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14846 w 13528214"/>
              <a:gd name="connsiteY4" fmla="*/ 0 h 2147177"/>
              <a:gd name="connsiteX0" fmla="*/ 1227909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27909 w 13528214"/>
              <a:gd name="connsiteY4" fmla="*/ 0 h 214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28214" h="2147177">
                <a:moveTo>
                  <a:pt x="1227909" y="0"/>
                </a:moveTo>
                <a:lnTo>
                  <a:pt x="13528214" y="0"/>
                </a:lnTo>
                <a:lnTo>
                  <a:pt x="12287243" y="2147177"/>
                </a:lnTo>
                <a:lnTo>
                  <a:pt x="0" y="2147177"/>
                </a:lnTo>
                <a:lnTo>
                  <a:pt x="122790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dirty="0"/>
              <a:t> </a:t>
            </a:r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375425" y="7014228"/>
            <a:ext cx="10441160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389500" y="7987961"/>
            <a:ext cx="10441160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  <p:sp>
        <p:nvSpPr>
          <p:cNvPr id="16" name="コンテンツ プレースホルダー 11"/>
          <p:cNvSpPr>
            <a:spLocks noGrp="1"/>
          </p:cNvSpPr>
          <p:nvPr>
            <p:ph sz="quarter" idx="13" hasCustomPrompt="1"/>
          </p:nvPr>
        </p:nvSpPr>
        <p:spPr>
          <a:xfrm rot="18000000">
            <a:off x="13789724" y="7409542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200000">
            <a:off x="2412460" y="7216682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90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 build="p" animBg="1">
        <p:tmplLst>
          <p:tmpl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with Tex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図プレースホルダー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2383744" y="1591943"/>
            <a:ext cx="13528214" cy="2147177"/>
          </a:xfrm>
          <a:custGeom>
            <a:avLst/>
            <a:gdLst>
              <a:gd name="connsiteX0" fmla="*/ 0 w 12313368"/>
              <a:gd name="connsiteY0" fmla="*/ 0 h 2160240"/>
              <a:gd name="connsiteX1" fmla="*/ 12313368 w 12313368"/>
              <a:gd name="connsiteY1" fmla="*/ 0 h 2160240"/>
              <a:gd name="connsiteX2" fmla="*/ 12313368 w 12313368"/>
              <a:gd name="connsiteY2" fmla="*/ 2160240 h 2160240"/>
              <a:gd name="connsiteX3" fmla="*/ 0 w 12313368"/>
              <a:gd name="connsiteY3" fmla="*/ 2160240 h 2160240"/>
              <a:gd name="connsiteX4" fmla="*/ 0 w 12313368"/>
              <a:gd name="connsiteY4" fmla="*/ 0 h 2160240"/>
              <a:gd name="connsiteX0" fmla="*/ 1214846 w 13528214"/>
              <a:gd name="connsiteY0" fmla="*/ 0 h 2160240"/>
              <a:gd name="connsiteX1" fmla="*/ 13528214 w 13528214"/>
              <a:gd name="connsiteY1" fmla="*/ 0 h 2160240"/>
              <a:gd name="connsiteX2" fmla="*/ 13528214 w 13528214"/>
              <a:gd name="connsiteY2" fmla="*/ 2160240 h 2160240"/>
              <a:gd name="connsiteX3" fmla="*/ 0 w 13528214"/>
              <a:gd name="connsiteY3" fmla="*/ 2147177 h 2160240"/>
              <a:gd name="connsiteX4" fmla="*/ 1214846 w 13528214"/>
              <a:gd name="connsiteY4" fmla="*/ 0 h 2160240"/>
              <a:gd name="connsiteX0" fmla="*/ 1214846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14846 w 13528214"/>
              <a:gd name="connsiteY4" fmla="*/ 0 h 2147177"/>
              <a:gd name="connsiteX0" fmla="*/ 1227909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27909 w 13528214"/>
              <a:gd name="connsiteY4" fmla="*/ 0 h 214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28214" h="2147177">
                <a:moveTo>
                  <a:pt x="1227909" y="0"/>
                </a:moveTo>
                <a:lnTo>
                  <a:pt x="13528214" y="0"/>
                </a:lnTo>
                <a:lnTo>
                  <a:pt x="12287243" y="2147177"/>
                </a:lnTo>
                <a:lnTo>
                  <a:pt x="0" y="2147177"/>
                </a:lnTo>
                <a:lnTo>
                  <a:pt x="122790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dirty="0"/>
              <a:t> </a:t>
            </a:r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3800539" y="1879976"/>
            <a:ext cx="10441160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3814614" y="2853709"/>
            <a:ext cx="10441160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  <p:sp>
        <p:nvSpPr>
          <p:cNvPr id="16" name="コンテンツ プレースホルダー 11"/>
          <p:cNvSpPr>
            <a:spLocks noGrp="1"/>
          </p:cNvSpPr>
          <p:nvPr>
            <p:ph sz="quarter" idx="13" hasCustomPrompt="1"/>
          </p:nvPr>
        </p:nvSpPr>
        <p:spPr>
          <a:xfrm rot="18000000">
            <a:off x="12214838" y="2275290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200000">
            <a:off x="837574" y="2082430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3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 build="p" animBg="1">
        <p:tmplLst>
          <p:tmpl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with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図プレースホルダー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983931" y="6726195"/>
            <a:ext cx="13528214" cy="2147177"/>
          </a:xfrm>
          <a:custGeom>
            <a:avLst/>
            <a:gdLst>
              <a:gd name="connsiteX0" fmla="*/ 0 w 12313368"/>
              <a:gd name="connsiteY0" fmla="*/ 0 h 2160240"/>
              <a:gd name="connsiteX1" fmla="*/ 12313368 w 12313368"/>
              <a:gd name="connsiteY1" fmla="*/ 0 h 2160240"/>
              <a:gd name="connsiteX2" fmla="*/ 12313368 w 12313368"/>
              <a:gd name="connsiteY2" fmla="*/ 2160240 h 2160240"/>
              <a:gd name="connsiteX3" fmla="*/ 0 w 12313368"/>
              <a:gd name="connsiteY3" fmla="*/ 2160240 h 2160240"/>
              <a:gd name="connsiteX4" fmla="*/ 0 w 12313368"/>
              <a:gd name="connsiteY4" fmla="*/ 0 h 2160240"/>
              <a:gd name="connsiteX0" fmla="*/ 1214846 w 13528214"/>
              <a:gd name="connsiteY0" fmla="*/ 0 h 2160240"/>
              <a:gd name="connsiteX1" fmla="*/ 13528214 w 13528214"/>
              <a:gd name="connsiteY1" fmla="*/ 0 h 2160240"/>
              <a:gd name="connsiteX2" fmla="*/ 13528214 w 13528214"/>
              <a:gd name="connsiteY2" fmla="*/ 2160240 h 2160240"/>
              <a:gd name="connsiteX3" fmla="*/ 0 w 13528214"/>
              <a:gd name="connsiteY3" fmla="*/ 2147177 h 2160240"/>
              <a:gd name="connsiteX4" fmla="*/ 1214846 w 13528214"/>
              <a:gd name="connsiteY4" fmla="*/ 0 h 2160240"/>
              <a:gd name="connsiteX0" fmla="*/ 1214846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14846 w 13528214"/>
              <a:gd name="connsiteY4" fmla="*/ 0 h 2147177"/>
              <a:gd name="connsiteX0" fmla="*/ 1227909 w 13528214"/>
              <a:gd name="connsiteY0" fmla="*/ 0 h 2147177"/>
              <a:gd name="connsiteX1" fmla="*/ 13528214 w 13528214"/>
              <a:gd name="connsiteY1" fmla="*/ 0 h 2147177"/>
              <a:gd name="connsiteX2" fmla="*/ 12287243 w 13528214"/>
              <a:gd name="connsiteY2" fmla="*/ 2147177 h 2147177"/>
              <a:gd name="connsiteX3" fmla="*/ 0 w 13528214"/>
              <a:gd name="connsiteY3" fmla="*/ 2147177 h 2147177"/>
              <a:gd name="connsiteX4" fmla="*/ 1227909 w 13528214"/>
              <a:gd name="connsiteY4" fmla="*/ 0 h 214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28214" h="2147177">
                <a:moveTo>
                  <a:pt x="1227909" y="0"/>
                </a:moveTo>
                <a:lnTo>
                  <a:pt x="13528214" y="0"/>
                </a:lnTo>
                <a:lnTo>
                  <a:pt x="12287243" y="2147177"/>
                </a:lnTo>
                <a:lnTo>
                  <a:pt x="0" y="2147177"/>
                </a:lnTo>
                <a:lnTo>
                  <a:pt x="122790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dirty="0"/>
              <a:t> </a:t>
            </a:r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400726" y="7014228"/>
            <a:ext cx="10441160" cy="1189757"/>
          </a:xfrm>
          <a:prstGeom prst="rect">
            <a:avLst/>
          </a:prstGeom>
        </p:spPr>
        <p:txBody>
          <a:bodyPr/>
          <a:lstStyle>
            <a:lvl1pPr algn="l">
              <a:lnSpc>
                <a:spcPts val="9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TITLE HERE</a:t>
            </a:r>
            <a:endParaRPr lang="en-US" dirty="0"/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414801" y="7987961"/>
            <a:ext cx="10441160" cy="7853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Sub Title Here</a:t>
            </a:r>
            <a:endParaRPr lang="en-US" dirty="0"/>
          </a:p>
        </p:txBody>
      </p:sp>
      <p:sp>
        <p:nvSpPr>
          <p:cNvPr id="16" name="コンテンツ プレースホルダー 11"/>
          <p:cNvSpPr>
            <a:spLocks noGrp="1"/>
          </p:cNvSpPr>
          <p:nvPr>
            <p:ph sz="quarter" idx="13" hasCustomPrompt="1"/>
          </p:nvPr>
        </p:nvSpPr>
        <p:spPr>
          <a:xfrm rot="18000000">
            <a:off x="10815025" y="7409542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200000">
            <a:off x="-562239" y="7216682"/>
            <a:ext cx="5265660" cy="9144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3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 build="p" animBg="1">
        <p:tmplLst>
          <p:tmpl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/>
          <p:cNvSpPr>
            <a:spLocks noGrp="1"/>
          </p:cNvSpPr>
          <p:nvPr>
            <p:ph type="pic" sz="quarter" idx="10" hasCustomPrompt="1"/>
          </p:nvPr>
        </p:nvSpPr>
        <p:spPr>
          <a:xfrm>
            <a:off x="1398959" y="1975148"/>
            <a:ext cx="15822084" cy="5256584"/>
          </a:xfrm>
          <a:custGeom>
            <a:avLst/>
            <a:gdLst>
              <a:gd name="connsiteX0" fmla="*/ 0 w 10009112"/>
              <a:gd name="connsiteY0" fmla="*/ 0 h 5256584"/>
              <a:gd name="connsiteX1" fmla="*/ 10009112 w 10009112"/>
              <a:gd name="connsiteY1" fmla="*/ 0 h 5256584"/>
              <a:gd name="connsiteX2" fmla="*/ 10009112 w 10009112"/>
              <a:gd name="connsiteY2" fmla="*/ 5256584 h 5256584"/>
              <a:gd name="connsiteX3" fmla="*/ 0 w 10009112"/>
              <a:gd name="connsiteY3" fmla="*/ 5256584 h 5256584"/>
              <a:gd name="connsiteX4" fmla="*/ 0 w 10009112"/>
              <a:gd name="connsiteY4" fmla="*/ 0 h 5256584"/>
              <a:gd name="connsiteX0" fmla="*/ 2834640 w 12843752"/>
              <a:gd name="connsiteY0" fmla="*/ 0 h 5256584"/>
              <a:gd name="connsiteX1" fmla="*/ 12843752 w 12843752"/>
              <a:gd name="connsiteY1" fmla="*/ 0 h 5256584"/>
              <a:gd name="connsiteX2" fmla="*/ 12843752 w 12843752"/>
              <a:gd name="connsiteY2" fmla="*/ 5256584 h 5256584"/>
              <a:gd name="connsiteX3" fmla="*/ 0 w 12843752"/>
              <a:gd name="connsiteY3" fmla="*/ 5256584 h 5256584"/>
              <a:gd name="connsiteX4" fmla="*/ 2834640 w 12843752"/>
              <a:gd name="connsiteY4" fmla="*/ 0 h 5256584"/>
              <a:gd name="connsiteX0" fmla="*/ 2834640 w 15717581"/>
              <a:gd name="connsiteY0" fmla="*/ 0 h 5256584"/>
              <a:gd name="connsiteX1" fmla="*/ 15717581 w 15717581"/>
              <a:gd name="connsiteY1" fmla="*/ 0 h 5256584"/>
              <a:gd name="connsiteX2" fmla="*/ 12843752 w 15717581"/>
              <a:gd name="connsiteY2" fmla="*/ 5256584 h 5256584"/>
              <a:gd name="connsiteX3" fmla="*/ 0 w 15717581"/>
              <a:gd name="connsiteY3" fmla="*/ 5256584 h 5256584"/>
              <a:gd name="connsiteX4" fmla="*/ 2834640 w 15717581"/>
              <a:gd name="connsiteY4" fmla="*/ 0 h 5256584"/>
              <a:gd name="connsiteX0" fmla="*/ 2886891 w 15717581"/>
              <a:gd name="connsiteY0" fmla="*/ 0 h 5256584"/>
              <a:gd name="connsiteX1" fmla="*/ 15717581 w 15717581"/>
              <a:gd name="connsiteY1" fmla="*/ 0 h 5256584"/>
              <a:gd name="connsiteX2" fmla="*/ 12843752 w 15717581"/>
              <a:gd name="connsiteY2" fmla="*/ 5256584 h 5256584"/>
              <a:gd name="connsiteX3" fmla="*/ 0 w 15717581"/>
              <a:gd name="connsiteY3" fmla="*/ 5256584 h 5256584"/>
              <a:gd name="connsiteX4" fmla="*/ 2886891 w 15717581"/>
              <a:gd name="connsiteY4" fmla="*/ 0 h 5256584"/>
              <a:gd name="connsiteX0" fmla="*/ 2886891 w 15717581"/>
              <a:gd name="connsiteY0" fmla="*/ 0 h 5256584"/>
              <a:gd name="connsiteX1" fmla="*/ 15717581 w 15717581"/>
              <a:gd name="connsiteY1" fmla="*/ 0 h 5256584"/>
              <a:gd name="connsiteX2" fmla="*/ 12817627 w 15717581"/>
              <a:gd name="connsiteY2" fmla="*/ 5256584 h 5256584"/>
              <a:gd name="connsiteX3" fmla="*/ 0 w 15717581"/>
              <a:gd name="connsiteY3" fmla="*/ 5256584 h 5256584"/>
              <a:gd name="connsiteX4" fmla="*/ 2886891 w 15717581"/>
              <a:gd name="connsiteY4" fmla="*/ 0 h 5256584"/>
              <a:gd name="connsiteX0" fmla="*/ 2899954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2899954 w 15730644"/>
              <a:gd name="connsiteY4" fmla="*/ 0 h 5256584"/>
              <a:gd name="connsiteX0" fmla="*/ 2978331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2978331 w 15730644"/>
              <a:gd name="connsiteY4" fmla="*/ 0 h 5256584"/>
              <a:gd name="connsiteX0" fmla="*/ 3004457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3004457 w 15730644"/>
              <a:gd name="connsiteY4" fmla="*/ 0 h 5256584"/>
              <a:gd name="connsiteX0" fmla="*/ 3004457 w 15822084"/>
              <a:gd name="connsiteY0" fmla="*/ 0 h 5256584"/>
              <a:gd name="connsiteX1" fmla="*/ 15822084 w 15822084"/>
              <a:gd name="connsiteY1" fmla="*/ 13062 h 5256584"/>
              <a:gd name="connsiteX2" fmla="*/ 12830690 w 15822084"/>
              <a:gd name="connsiteY2" fmla="*/ 5256584 h 5256584"/>
              <a:gd name="connsiteX3" fmla="*/ 0 w 15822084"/>
              <a:gd name="connsiteY3" fmla="*/ 5256584 h 5256584"/>
              <a:gd name="connsiteX4" fmla="*/ 3004457 w 15822084"/>
              <a:gd name="connsiteY4" fmla="*/ 0 h 525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2084" h="5256584">
                <a:moveTo>
                  <a:pt x="3004457" y="0"/>
                </a:moveTo>
                <a:lnTo>
                  <a:pt x="15822084" y="13062"/>
                </a:lnTo>
                <a:lnTo>
                  <a:pt x="12830690" y="5256584"/>
                </a:lnTo>
                <a:lnTo>
                  <a:pt x="0" y="5256584"/>
                </a:lnTo>
                <a:lnTo>
                  <a:pt x="300445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                 Add Image</a:t>
            </a:r>
          </a:p>
        </p:txBody>
      </p:sp>
      <p:sp>
        <p:nvSpPr>
          <p:cNvPr id="7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178603">
            <a:off x="-1836000" y="4609078"/>
            <a:ext cx="9741225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コンテンツ プレースホルダー 11"/>
          <p:cNvSpPr>
            <a:spLocks noGrp="1"/>
          </p:cNvSpPr>
          <p:nvPr>
            <p:ph sz="quarter" idx="12" hasCustomPrompt="1"/>
          </p:nvPr>
        </p:nvSpPr>
        <p:spPr>
          <a:xfrm rot="17978603">
            <a:off x="10656000" y="3816988"/>
            <a:ext cx="9741225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302446" y="7742565"/>
            <a:ext cx="10441160" cy="93610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7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302446" y="8606661"/>
            <a:ext cx="10441160" cy="1001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4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  <p:bldP spid="1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/>
          <p:cNvSpPr>
            <a:spLocks noGrp="1"/>
          </p:cNvSpPr>
          <p:nvPr>
            <p:ph type="pic" sz="quarter" idx="10" hasCustomPrompt="1"/>
          </p:nvPr>
        </p:nvSpPr>
        <p:spPr>
          <a:xfrm>
            <a:off x="1398959" y="1975148"/>
            <a:ext cx="18463684" cy="5256584"/>
          </a:xfrm>
          <a:custGeom>
            <a:avLst/>
            <a:gdLst>
              <a:gd name="connsiteX0" fmla="*/ 0 w 10009112"/>
              <a:gd name="connsiteY0" fmla="*/ 0 h 5256584"/>
              <a:gd name="connsiteX1" fmla="*/ 10009112 w 10009112"/>
              <a:gd name="connsiteY1" fmla="*/ 0 h 5256584"/>
              <a:gd name="connsiteX2" fmla="*/ 10009112 w 10009112"/>
              <a:gd name="connsiteY2" fmla="*/ 5256584 h 5256584"/>
              <a:gd name="connsiteX3" fmla="*/ 0 w 10009112"/>
              <a:gd name="connsiteY3" fmla="*/ 5256584 h 5256584"/>
              <a:gd name="connsiteX4" fmla="*/ 0 w 10009112"/>
              <a:gd name="connsiteY4" fmla="*/ 0 h 5256584"/>
              <a:gd name="connsiteX0" fmla="*/ 2834640 w 12843752"/>
              <a:gd name="connsiteY0" fmla="*/ 0 h 5256584"/>
              <a:gd name="connsiteX1" fmla="*/ 12843752 w 12843752"/>
              <a:gd name="connsiteY1" fmla="*/ 0 h 5256584"/>
              <a:gd name="connsiteX2" fmla="*/ 12843752 w 12843752"/>
              <a:gd name="connsiteY2" fmla="*/ 5256584 h 5256584"/>
              <a:gd name="connsiteX3" fmla="*/ 0 w 12843752"/>
              <a:gd name="connsiteY3" fmla="*/ 5256584 h 5256584"/>
              <a:gd name="connsiteX4" fmla="*/ 2834640 w 12843752"/>
              <a:gd name="connsiteY4" fmla="*/ 0 h 5256584"/>
              <a:gd name="connsiteX0" fmla="*/ 2834640 w 15717581"/>
              <a:gd name="connsiteY0" fmla="*/ 0 h 5256584"/>
              <a:gd name="connsiteX1" fmla="*/ 15717581 w 15717581"/>
              <a:gd name="connsiteY1" fmla="*/ 0 h 5256584"/>
              <a:gd name="connsiteX2" fmla="*/ 12843752 w 15717581"/>
              <a:gd name="connsiteY2" fmla="*/ 5256584 h 5256584"/>
              <a:gd name="connsiteX3" fmla="*/ 0 w 15717581"/>
              <a:gd name="connsiteY3" fmla="*/ 5256584 h 5256584"/>
              <a:gd name="connsiteX4" fmla="*/ 2834640 w 15717581"/>
              <a:gd name="connsiteY4" fmla="*/ 0 h 5256584"/>
              <a:gd name="connsiteX0" fmla="*/ 2886891 w 15717581"/>
              <a:gd name="connsiteY0" fmla="*/ 0 h 5256584"/>
              <a:gd name="connsiteX1" fmla="*/ 15717581 w 15717581"/>
              <a:gd name="connsiteY1" fmla="*/ 0 h 5256584"/>
              <a:gd name="connsiteX2" fmla="*/ 12843752 w 15717581"/>
              <a:gd name="connsiteY2" fmla="*/ 5256584 h 5256584"/>
              <a:gd name="connsiteX3" fmla="*/ 0 w 15717581"/>
              <a:gd name="connsiteY3" fmla="*/ 5256584 h 5256584"/>
              <a:gd name="connsiteX4" fmla="*/ 2886891 w 15717581"/>
              <a:gd name="connsiteY4" fmla="*/ 0 h 5256584"/>
              <a:gd name="connsiteX0" fmla="*/ 2886891 w 15717581"/>
              <a:gd name="connsiteY0" fmla="*/ 0 h 5256584"/>
              <a:gd name="connsiteX1" fmla="*/ 15717581 w 15717581"/>
              <a:gd name="connsiteY1" fmla="*/ 0 h 5256584"/>
              <a:gd name="connsiteX2" fmla="*/ 12817627 w 15717581"/>
              <a:gd name="connsiteY2" fmla="*/ 5256584 h 5256584"/>
              <a:gd name="connsiteX3" fmla="*/ 0 w 15717581"/>
              <a:gd name="connsiteY3" fmla="*/ 5256584 h 5256584"/>
              <a:gd name="connsiteX4" fmla="*/ 2886891 w 15717581"/>
              <a:gd name="connsiteY4" fmla="*/ 0 h 5256584"/>
              <a:gd name="connsiteX0" fmla="*/ 2899954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2899954 w 15730644"/>
              <a:gd name="connsiteY4" fmla="*/ 0 h 5256584"/>
              <a:gd name="connsiteX0" fmla="*/ 2978331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2978331 w 15730644"/>
              <a:gd name="connsiteY4" fmla="*/ 0 h 5256584"/>
              <a:gd name="connsiteX0" fmla="*/ 3004457 w 15730644"/>
              <a:gd name="connsiteY0" fmla="*/ 0 h 5256584"/>
              <a:gd name="connsiteX1" fmla="*/ 15730644 w 15730644"/>
              <a:gd name="connsiteY1" fmla="*/ 0 h 5256584"/>
              <a:gd name="connsiteX2" fmla="*/ 12830690 w 15730644"/>
              <a:gd name="connsiteY2" fmla="*/ 5256584 h 5256584"/>
              <a:gd name="connsiteX3" fmla="*/ 0 w 15730644"/>
              <a:gd name="connsiteY3" fmla="*/ 5256584 h 5256584"/>
              <a:gd name="connsiteX4" fmla="*/ 3004457 w 15730644"/>
              <a:gd name="connsiteY4" fmla="*/ 0 h 5256584"/>
              <a:gd name="connsiteX0" fmla="*/ 3004457 w 15822084"/>
              <a:gd name="connsiteY0" fmla="*/ 0 h 5256584"/>
              <a:gd name="connsiteX1" fmla="*/ 15822084 w 15822084"/>
              <a:gd name="connsiteY1" fmla="*/ 13062 h 5256584"/>
              <a:gd name="connsiteX2" fmla="*/ 12830690 w 15822084"/>
              <a:gd name="connsiteY2" fmla="*/ 5256584 h 5256584"/>
              <a:gd name="connsiteX3" fmla="*/ 0 w 15822084"/>
              <a:gd name="connsiteY3" fmla="*/ 5256584 h 5256584"/>
              <a:gd name="connsiteX4" fmla="*/ 3004457 w 15822084"/>
              <a:gd name="connsiteY4" fmla="*/ 0 h 5256584"/>
              <a:gd name="connsiteX0" fmla="*/ 3004457 w 18463684"/>
              <a:gd name="connsiteY0" fmla="*/ 0 h 5256584"/>
              <a:gd name="connsiteX1" fmla="*/ 18463684 w 18463684"/>
              <a:gd name="connsiteY1" fmla="*/ 362 h 5256584"/>
              <a:gd name="connsiteX2" fmla="*/ 12830690 w 18463684"/>
              <a:gd name="connsiteY2" fmla="*/ 5256584 h 5256584"/>
              <a:gd name="connsiteX3" fmla="*/ 0 w 18463684"/>
              <a:gd name="connsiteY3" fmla="*/ 5256584 h 5256584"/>
              <a:gd name="connsiteX4" fmla="*/ 3004457 w 18463684"/>
              <a:gd name="connsiteY4" fmla="*/ 0 h 5256584"/>
              <a:gd name="connsiteX0" fmla="*/ 3004457 w 18463684"/>
              <a:gd name="connsiteY0" fmla="*/ 0 h 5256584"/>
              <a:gd name="connsiteX1" fmla="*/ 18463684 w 18463684"/>
              <a:gd name="connsiteY1" fmla="*/ 362 h 5256584"/>
              <a:gd name="connsiteX2" fmla="*/ 15459590 w 18463684"/>
              <a:gd name="connsiteY2" fmla="*/ 5256584 h 5256584"/>
              <a:gd name="connsiteX3" fmla="*/ 0 w 18463684"/>
              <a:gd name="connsiteY3" fmla="*/ 5256584 h 5256584"/>
              <a:gd name="connsiteX4" fmla="*/ 3004457 w 18463684"/>
              <a:gd name="connsiteY4" fmla="*/ 0 h 525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3684" h="5256584">
                <a:moveTo>
                  <a:pt x="3004457" y="0"/>
                </a:moveTo>
                <a:lnTo>
                  <a:pt x="18463684" y="362"/>
                </a:lnTo>
                <a:lnTo>
                  <a:pt x="15459590" y="5256584"/>
                </a:lnTo>
                <a:lnTo>
                  <a:pt x="0" y="5256584"/>
                </a:lnTo>
                <a:lnTo>
                  <a:pt x="3004457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                 Add Image</a:t>
            </a:r>
          </a:p>
        </p:txBody>
      </p:sp>
      <p:sp>
        <p:nvSpPr>
          <p:cNvPr id="7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178603">
            <a:off x="-1836000" y="4609078"/>
            <a:ext cx="9741225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コンテンツ プレースホルダー 11"/>
          <p:cNvSpPr>
            <a:spLocks noGrp="1"/>
          </p:cNvSpPr>
          <p:nvPr>
            <p:ph sz="quarter" idx="12" hasCustomPrompt="1"/>
          </p:nvPr>
        </p:nvSpPr>
        <p:spPr>
          <a:xfrm rot="17978603">
            <a:off x="13271648" y="3816988"/>
            <a:ext cx="9741225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302446" y="7742565"/>
            <a:ext cx="10441160" cy="93610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7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302446" y="8606661"/>
            <a:ext cx="10441160" cy="1001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  <p:bldP spid="1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99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862286" y="2335188"/>
            <a:ext cx="7704063" cy="5976664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0000"/>
              </a:lnSpc>
              <a:defRPr sz="12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8782372" y="3415308"/>
            <a:ext cx="8209706" cy="3456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9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718270" y="2119164"/>
            <a:ext cx="16633848" cy="597666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3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ja-JP" dirty="0"/>
              <a:t>Text Here</a:t>
            </a:r>
            <a:br>
              <a:rPr lang="en-US" altLang="ja-JP" dirty="0"/>
            </a:br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78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7198990" y="1831132"/>
            <a:ext cx="10441160" cy="36004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11000"/>
              </a:lnSpc>
              <a:defRPr sz="120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7198990" y="5431532"/>
            <a:ext cx="10441160" cy="345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838950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20263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allAtOnce"/>
      <p:bldP spid="6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282009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-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1" hasCustomPrompt="1"/>
          </p:nvPr>
        </p:nvSpPr>
        <p:spPr>
          <a:xfrm>
            <a:off x="790278" y="4207396"/>
            <a:ext cx="5400600" cy="5400600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effectLst>
            <a:innerShdw blurRad="114300">
              <a:prstClr val="black"/>
            </a:innerShdw>
          </a:effectLst>
        </p:spPr>
        <p:txBody>
          <a:bodyPr wrap="none" anchor="ctr">
            <a:normAutofit/>
          </a:bodyPr>
          <a:lstStyle>
            <a:lvl1pPr algn="ctr">
              <a:defRPr sz="7200" baseline="0">
                <a:solidFill>
                  <a:schemeClr val="tx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2806800" y="4927476"/>
            <a:ext cx="1439862" cy="14398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6303" y="7447756"/>
            <a:ext cx="4896544" cy="576263"/>
          </a:xfrm>
        </p:spPr>
        <p:txBody>
          <a:bodyPr>
            <a:no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543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allAtOnce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- 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 hasCustomPrompt="1"/>
          </p:nvPr>
        </p:nvSpPr>
        <p:spPr>
          <a:xfrm>
            <a:off x="502245" y="7951812"/>
            <a:ext cx="8640167" cy="2016224"/>
          </a:xfrm>
        </p:spPr>
        <p:txBody>
          <a:bodyPr anchor="b">
            <a:noAutofit/>
          </a:bodyPr>
          <a:lstStyle>
            <a:lvl1pPr algn="l">
              <a:lnSpc>
                <a:spcPts val="8000"/>
              </a:lnSpc>
              <a:defRPr sz="8000" baseline="0">
                <a:solidFill>
                  <a:schemeClr val="bg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 HERE</a:t>
            </a:r>
            <a:br>
              <a:rPr lang="en-US" dirty="0"/>
            </a:br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96427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862286" y="4207396"/>
            <a:ext cx="16561840" cy="1728192"/>
          </a:xfrm>
        </p:spPr>
        <p:txBody>
          <a:bodyPr anchor="ctr">
            <a:noAutofit/>
          </a:bodyPr>
          <a:lstStyle>
            <a:lvl1pPr algn="ctr">
              <a:defRPr sz="9600"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1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94346" y="246956"/>
            <a:ext cx="16457772" cy="120315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914321" y="9607996"/>
            <a:ext cx="4266830" cy="547688"/>
          </a:xfrm>
          <a:prstGeom prst="rect">
            <a:avLst/>
          </a:prstGeom>
        </p:spPr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3847356"/>
            <a:ext cx="16344031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4495428"/>
            <a:ext cx="16344031" cy="2304256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3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- N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94346" y="246956"/>
            <a:ext cx="16457772" cy="120315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914321" y="9607996"/>
            <a:ext cx="4266830" cy="547688"/>
          </a:xfrm>
          <a:prstGeom prst="rect">
            <a:avLst/>
          </a:prstGeom>
        </p:spPr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3127276"/>
            <a:ext cx="16417824" cy="4536504"/>
          </a:xfrm>
        </p:spPr>
        <p:txBody>
          <a:bodyPr anchor="ctr">
            <a:noAutofit/>
          </a:bodyPr>
          <a:lstStyle>
            <a:lvl1pPr algn="l">
              <a:spcBef>
                <a:spcPts val="1100"/>
              </a:spcBef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813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CBFC-270B-4316-1AC1-5B0AA635E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5802" y="1683545"/>
            <a:ext cx="13714810" cy="3581400"/>
          </a:xfrm>
        </p:spPr>
        <p:txBody>
          <a:bodyPr anchor="b"/>
          <a:lstStyle>
            <a:lvl1pPr algn="ctr">
              <a:defRPr sz="89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A55D3-A518-B878-5ED1-EDD044A60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5802" y="5403057"/>
            <a:ext cx="1371481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754" indent="0" algn="ctr">
              <a:buNone/>
              <a:defRPr sz="3000"/>
            </a:lvl2pPr>
            <a:lvl3pPr marL="1371509" indent="0" algn="ctr">
              <a:buNone/>
              <a:defRPr sz="2700"/>
            </a:lvl3pPr>
            <a:lvl4pPr marL="2057263" indent="0" algn="ctr">
              <a:buNone/>
              <a:defRPr sz="2400"/>
            </a:lvl4pPr>
            <a:lvl5pPr marL="2743017" indent="0" algn="ctr">
              <a:buNone/>
              <a:defRPr sz="2400"/>
            </a:lvl5pPr>
            <a:lvl6pPr marL="3428771" indent="0" algn="ctr">
              <a:buNone/>
              <a:defRPr sz="2400"/>
            </a:lvl6pPr>
            <a:lvl7pPr marL="4114526" indent="0" algn="ctr">
              <a:buNone/>
              <a:defRPr sz="2400"/>
            </a:lvl7pPr>
            <a:lvl8pPr marL="4800280" indent="0" algn="ctr">
              <a:buNone/>
              <a:defRPr sz="2400"/>
            </a:lvl8pPr>
            <a:lvl9pPr marL="5486034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F4399-7AA4-725B-F62E-BBC03DA6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26DFF-A40D-4F90-9A08-93D26E3D7D31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3BAD-FDEB-93A5-D421-6C5C8CC6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2CCA-6832-47E0-24DE-9F1AE0D4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1F671-DAC8-4951-8948-26F82CDC2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54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- 2 Column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438350" y="2767236"/>
            <a:ext cx="5976664" cy="597666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8279110" y="2839244"/>
            <a:ext cx="8999215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8279110" y="3487316"/>
            <a:ext cx="8999215" cy="201622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80895" y="6079604"/>
            <a:ext cx="8999215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8280895" y="6727676"/>
            <a:ext cx="8999215" cy="201622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796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- 1 Column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438350" y="2767236"/>
            <a:ext cx="5976664" cy="597666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8279110" y="3991372"/>
            <a:ext cx="8999215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8279110" y="4639444"/>
            <a:ext cx="8999215" cy="2952328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802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lumn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438350" y="2623220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2948" y="3055268"/>
            <a:ext cx="12385377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4892948" y="3703340"/>
            <a:ext cx="12385377" cy="165618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94733" y="6439644"/>
            <a:ext cx="12385377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4894733" y="7087716"/>
            <a:ext cx="12385377" cy="165618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6" name="図プレースホルダー 8"/>
          <p:cNvSpPr>
            <a:spLocks noGrp="1"/>
          </p:cNvSpPr>
          <p:nvPr>
            <p:ph type="pic" sz="quarter" idx="19" hasCustomPrompt="1"/>
          </p:nvPr>
        </p:nvSpPr>
        <p:spPr>
          <a:xfrm>
            <a:off x="1438350" y="6223620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409708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</p:bldLst>
  </p:timing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lumns - 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438350" y="2623220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4678709" y="3055268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4678709" y="3703340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4680494" y="6439644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4680494" y="7087716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6" name="図プレースホルダー 8"/>
          <p:cNvSpPr>
            <a:spLocks noGrp="1"/>
          </p:cNvSpPr>
          <p:nvPr>
            <p:ph type="pic" sz="quarter" idx="19" hasCustomPrompt="1"/>
          </p:nvPr>
        </p:nvSpPr>
        <p:spPr>
          <a:xfrm>
            <a:off x="1438350" y="6223620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8" name="図プレースホルダー 8"/>
          <p:cNvSpPr>
            <a:spLocks noGrp="1"/>
          </p:cNvSpPr>
          <p:nvPr>
            <p:ph type="pic" sz="quarter" idx="20" hasCustomPrompt="1"/>
          </p:nvPr>
        </p:nvSpPr>
        <p:spPr>
          <a:xfrm>
            <a:off x="9647262" y="2623219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1" hasCustomPrompt="1"/>
          </p:nvPr>
        </p:nvSpPr>
        <p:spPr>
          <a:xfrm>
            <a:off x="12885041" y="3055267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12885041" y="3703339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12886826" y="6439643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12886826" y="7087715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図プレースホルダー 8"/>
          <p:cNvSpPr>
            <a:spLocks noGrp="1"/>
          </p:cNvSpPr>
          <p:nvPr>
            <p:ph type="pic" sz="quarter" idx="25" hasCustomPrompt="1"/>
          </p:nvPr>
        </p:nvSpPr>
        <p:spPr>
          <a:xfrm>
            <a:off x="9647262" y="6223619"/>
            <a:ext cx="2808312" cy="2808313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78820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</p:bldLst>
  </p:timing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150318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7375748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5" name="図プレースホルダー 8"/>
          <p:cNvSpPr>
            <a:spLocks noGrp="1"/>
          </p:cNvSpPr>
          <p:nvPr>
            <p:ph type="pic" sz="quarter" idx="19" hasCustomPrompt="1"/>
          </p:nvPr>
        </p:nvSpPr>
        <p:spPr>
          <a:xfrm>
            <a:off x="5326782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0" hasCustomPrompt="1"/>
          </p:nvPr>
        </p:nvSpPr>
        <p:spPr>
          <a:xfrm>
            <a:off x="5110758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1" hasCustomPrompt="1"/>
          </p:nvPr>
        </p:nvSpPr>
        <p:spPr>
          <a:xfrm>
            <a:off x="5110758" y="7375748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図プレースホルダー 8"/>
          <p:cNvSpPr>
            <a:spLocks noGrp="1"/>
          </p:cNvSpPr>
          <p:nvPr>
            <p:ph type="pic" sz="quarter" idx="22" hasCustomPrompt="1"/>
          </p:nvPr>
        </p:nvSpPr>
        <p:spPr>
          <a:xfrm>
            <a:off x="9503246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9287222" y="7375748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図プレースホルダー 8"/>
          <p:cNvSpPr>
            <a:spLocks noGrp="1"/>
          </p:cNvSpPr>
          <p:nvPr>
            <p:ph type="pic" sz="quarter" idx="25" hasCustomPrompt="1"/>
          </p:nvPr>
        </p:nvSpPr>
        <p:spPr>
          <a:xfrm>
            <a:off x="13679710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3463686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3463686" y="7375748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9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lumns - T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150318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7375747"/>
            <a:ext cx="3960440" cy="2088233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28" hasCustomPrompt="1"/>
          </p:nvPr>
        </p:nvSpPr>
        <p:spPr>
          <a:xfrm>
            <a:off x="790278" y="2335187"/>
            <a:ext cx="1152128" cy="115212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図プレースホルダー 8"/>
          <p:cNvSpPr>
            <a:spLocks noGrp="1"/>
          </p:cNvSpPr>
          <p:nvPr>
            <p:ph type="pic" sz="quarter" idx="29" hasCustomPrompt="1"/>
          </p:nvPr>
        </p:nvSpPr>
        <p:spPr>
          <a:xfrm>
            <a:off x="5326782" y="2767236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5110758" y="6727677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5110758" y="7375748"/>
            <a:ext cx="3960440" cy="2088233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9" name="テキスト プレースホルダー 7"/>
          <p:cNvSpPr>
            <a:spLocks noGrp="1"/>
          </p:cNvSpPr>
          <p:nvPr>
            <p:ph type="body" sz="quarter" idx="32" hasCustomPrompt="1"/>
          </p:nvPr>
        </p:nvSpPr>
        <p:spPr>
          <a:xfrm>
            <a:off x="4966742" y="2335188"/>
            <a:ext cx="1152128" cy="115212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図プレースホルダー 8"/>
          <p:cNvSpPr>
            <a:spLocks noGrp="1"/>
          </p:cNvSpPr>
          <p:nvPr>
            <p:ph type="pic" sz="quarter" idx="33" hasCustomPrompt="1"/>
          </p:nvPr>
        </p:nvSpPr>
        <p:spPr>
          <a:xfrm>
            <a:off x="9503246" y="2767234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1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9287222" y="6727675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2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9287222" y="7375746"/>
            <a:ext cx="3960440" cy="2088233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3" name="テキスト プレースホルダー 7"/>
          <p:cNvSpPr>
            <a:spLocks noGrp="1"/>
          </p:cNvSpPr>
          <p:nvPr>
            <p:ph type="body" sz="quarter" idx="36" hasCustomPrompt="1"/>
          </p:nvPr>
        </p:nvSpPr>
        <p:spPr>
          <a:xfrm>
            <a:off x="9143206" y="2335186"/>
            <a:ext cx="1152128" cy="115212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図プレースホルダー 8"/>
          <p:cNvSpPr>
            <a:spLocks noGrp="1"/>
          </p:cNvSpPr>
          <p:nvPr>
            <p:ph type="pic" sz="quarter" idx="37" hasCustomPrompt="1"/>
          </p:nvPr>
        </p:nvSpPr>
        <p:spPr>
          <a:xfrm>
            <a:off x="13679710" y="2767235"/>
            <a:ext cx="3456384" cy="3456385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3463686" y="6727676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6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3463686" y="7375747"/>
            <a:ext cx="3960440" cy="2088233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7" name="テキスト プレースホルダー 7"/>
          <p:cNvSpPr>
            <a:spLocks noGrp="1"/>
          </p:cNvSpPr>
          <p:nvPr>
            <p:ph type="body" sz="quarter" idx="40" hasCustomPrompt="1"/>
          </p:nvPr>
        </p:nvSpPr>
        <p:spPr>
          <a:xfrm>
            <a:off x="13319670" y="2335187"/>
            <a:ext cx="1152128" cy="1152128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222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500"/>
                            </p:stCondLst>
                            <p:childTnLst>
                              <p:par>
                                <p:cTn id="9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5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14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7750"/>
                            </p:stCondLst>
                            <p:childTnLst>
                              <p:par>
                                <p:cTn id="12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8750"/>
                            </p:stCondLst>
                            <p:childTnLst>
                              <p:par>
                                <p:cTn id="13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allAtOnce" animBg="1">
        <p:tmplLst>
          <p:tmpl>
            <p:tnLst>
              <p:par>
                <p:cTn presetID="49" presetClass="entr" presetSubtype="0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allAtOnce" animBg="1"/>
      <p:bldP spid="3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 animBg="1">
        <p:tmplLst>
          <p:tmpl>
            <p:tnLst>
              <p:par>
                <p:cTn presetID="49" presetClass="entr" presetSubtype="0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allAtOnce" animBg="1"/>
      <p:bldP spid="4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allAtOnce" animBg="1">
        <p:tmplLst>
          <p:tmpl>
            <p:tnLst>
              <p:par>
                <p:cTn presetID="49" presetClass="entr" presetSubtype="0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allAtOnce" animBg="1"/>
      <p:bldP spid="4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allAtOnce" animBg="1">
        <p:tmplLst>
          <p:tmpl>
            <p:tnLst>
              <p:par>
                <p:cTn presetID="49" presetClass="entr" presetSubtype="0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1582366" y="2479205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36" name="図プレースホルダー 8"/>
          <p:cNvSpPr>
            <a:spLocks noGrp="1"/>
          </p:cNvSpPr>
          <p:nvPr>
            <p:ph type="pic" sz="quarter" idx="29" hasCustomPrompt="1"/>
          </p:nvPr>
        </p:nvSpPr>
        <p:spPr>
          <a:xfrm>
            <a:off x="5758830" y="2479206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0" name="図プレースホルダー 8"/>
          <p:cNvSpPr>
            <a:spLocks noGrp="1"/>
          </p:cNvSpPr>
          <p:nvPr>
            <p:ph type="pic" sz="quarter" idx="33" hasCustomPrompt="1"/>
          </p:nvPr>
        </p:nvSpPr>
        <p:spPr>
          <a:xfrm>
            <a:off x="9935294" y="2479204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44" name="図プレースホルダー 8"/>
          <p:cNvSpPr>
            <a:spLocks noGrp="1"/>
          </p:cNvSpPr>
          <p:nvPr>
            <p:ph type="pic" sz="quarter" idx="37" hasCustomPrompt="1"/>
          </p:nvPr>
        </p:nvSpPr>
        <p:spPr>
          <a:xfrm>
            <a:off x="14111758" y="2479205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3" name="図プレースホルダー 8"/>
          <p:cNvSpPr>
            <a:spLocks noGrp="1"/>
          </p:cNvSpPr>
          <p:nvPr>
            <p:ph type="pic" sz="quarter" idx="38" hasCustomPrompt="1"/>
          </p:nvPr>
        </p:nvSpPr>
        <p:spPr>
          <a:xfrm>
            <a:off x="1582366" y="6223622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4" name="図プレースホルダー 8"/>
          <p:cNvSpPr>
            <a:spLocks noGrp="1"/>
          </p:cNvSpPr>
          <p:nvPr>
            <p:ph type="pic" sz="quarter" idx="39" hasCustomPrompt="1"/>
          </p:nvPr>
        </p:nvSpPr>
        <p:spPr>
          <a:xfrm>
            <a:off x="5758830" y="6223623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5" name="図プレースホルダー 8"/>
          <p:cNvSpPr>
            <a:spLocks noGrp="1"/>
          </p:cNvSpPr>
          <p:nvPr>
            <p:ph type="pic" sz="quarter" idx="40" hasCustomPrompt="1"/>
          </p:nvPr>
        </p:nvSpPr>
        <p:spPr>
          <a:xfrm>
            <a:off x="9935294" y="6223621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6" name="図プレースホルダー 8"/>
          <p:cNvSpPr>
            <a:spLocks noGrp="1"/>
          </p:cNvSpPr>
          <p:nvPr>
            <p:ph type="pic" sz="quarter" idx="41" hasCustomPrompt="1"/>
          </p:nvPr>
        </p:nvSpPr>
        <p:spPr>
          <a:xfrm>
            <a:off x="14111758" y="6223622"/>
            <a:ext cx="2448271" cy="2448272"/>
          </a:xfrm>
          <a:prstGeom prst="ellipse">
            <a:avLst/>
          </a:prstGeom>
          <a:solidFill>
            <a:srgbClr val="F8F8F8">
              <a:alpha val="10196"/>
            </a:srgbClr>
          </a:solidFill>
          <a:ln w="254000" cmpd="thinThick">
            <a:solidFill>
              <a:schemeClr val="bg1">
                <a:lumMod val="85000"/>
                <a:alpha val="50000"/>
              </a:schemeClr>
            </a:solidFill>
            <a:prstDash val="solid"/>
            <a:round/>
          </a:ln>
          <a:effectLst>
            <a:innerShdw blurRad="215900" dist="203200" dir="27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222326" y="5143500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42" hasCustomPrompt="1"/>
          </p:nvPr>
        </p:nvSpPr>
        <p:spPr>
          <a:xfrm>
            <a:off x="5372765" y="5143500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9647262" y="5143500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13797701" y="5143500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45" hasCustomPrompt="1"/>
          </p:nvPr>
        </p:nvSpPr>
        <p:spPr>
          <a:xfrm>
            <a:off x="1222326" y="8815908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46" hasCustomPrompt="1"/>
          </p:nvPr>
        </p:nvSpPr>
        <p:spPr>
          <a:xfrm>
            <a:off x="5372765" y="8815908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47" hasCustomPrompt="1"/>
          </p:nvPr>
        </p:nvSpPr>
        <p:spPr>
          <a:xfrm>
            <a:off x="9647262" y="8815908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48" hasCustomPrompt="1"/>
          </p:nvPr>
        </p:nvSpPr>
        <p:spPr>
          <a:xfrm>
            <a:off x="13797701" y="8815908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58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75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40" grpId="0" animBg="1"/>
      <p:bldP spid="44" grpId="0" animBg="1"/>
      <p:bldP spid="23" grpId="0" animBg="1"/>
      <p:bldP spid="24" grpId="0" animBg="1"/>
      <p:bldP spid="25" grpId="0" animBg="1"/>
      <p:bldP spid="26" grpId="0" animBg="1"/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- 4 Columns - 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4678709" y="3055268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4678709" y="3703340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4680494" y="6439644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4680494" y="7087716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1" hasCustomPrompt="1"/>
          </p:nvPr>
        </p:nvSpPr>
        <p:spPr>
          <a:xfrm>
            <a:off x="12885041" y="3055267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12885041" y="3703339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12886826" y="6439643"/>
            <a:ext cx="44637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12886826" y="7087715"/>
            <a:ext cx="4463703" cy="1728192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" name="円/楕円 3"/>
          <p:cNvSpPr/>
          <p:nvPr userDrawn="1"/>
        </p:nvSpPr>
        <p:spPr>
          <a:xfrm>
            <a:off x="1438350" y="2623220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図プレースホルダー 5"/>
          <p:cNvSpPr>
            <a:spLocks noGrp="1"/>
          </p:cNvSpPr>
          <p:nvPr>
            <p:ph type="pic" sz="quarter" idx="38" hasCustomPrompt="1"/>
          </p:nvPr>
        </p:nvSpPr>
        <p:spPr>
          <a:xfrm>
            <a:off x="2338450" y="3523320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6" name="円/楕円 25"/>
          <p:cNvSpPr/>
          <p:nvPr userDrawn="1"/>
        </p:nvSpPr>
        <p:spPr>
          <a:xfrm>
            <a:off x="1438350" y="6223620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2338450" y="7123720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円/楕円 27"/>
          <p:cNvSpPr/>
          <p:nvPr userDrawn="1"/>
        </p:nvSpPr>
        <p:spPr>
          <a:xfrm>
            <a:off x="9647262" y="2623220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図プレースホルダー 5"/>
          <p:cNvSpPr>
            <a:spLocks noGrp="1"/>
          </p:cNvSpPr>
          <p:nvPr>
            <p:ph type="pic" sz="quarter" idx="40" hasCustomPrompt="1"/>
          </p:nvPr>
        </p:nvSpPr>
        <p:spPr>
          <a:xfrm>
            <a:off x="10547362" y="3523320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円/楕円 29"/>
          <p:cNvSpPr/>
          <p:nvPr userDrawn="1"/>
        </p:nvSpPr>
        <p:spPr>
          <a:xfrm>
            <a:off x="9647262" y="6201369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図プレースホルダー 5"/>
          <p:cNvSpPr>
            <a:spLocks noGrp="1"/>
          </p:cNvSpPr>
          <p:nvPr>
            <p:ph type="pic" sz="quarter" idx="41" hasCustomPrompt="1"/>
          </p:nvPr>
        </p:nvSpPr>
        <p:spPr>
          <a:xfrm>
            <a:off x="10547362" y="7101469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90061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500"/>
                            </p:stCondLst>
                            <p:childTnLst>
                              <p:par>
                                <p:cTn id="88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</p:bldLst>
  </p:timing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6439644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7087716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0" name="円/楕円 19"/>
          <p:cNvSpPr/>
          <p:nvPr userDrawn="1"/>
        </p:nvSpPr>
        <p:spPr>
          <a:xfrm>
            <a:off x="1582366" y="305526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38" hasCustomPrompt="1"/>
          </p:nvPr>
        </p:nvSpPr>
        <p:spPr>
          <a:xfrm>
            <a:off x="2482466" y="395536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1294334" y="6223620"/>
            <a:ext cx="3312368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5038750" y="6439644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038750" y="7087716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5686822" y="305526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図プレースホルダー 5"/>
          <p:cNvSpPr>
            <a:spLocks noGrp="1"/>
          </p:cNvSpPr>
          <p:nvPr>
            <p:ph type="pic" sz="quarter" idx="41" hasCustomPrompt="1"/>
          </p:nvPr>
        </p:nvSpPr>
        <p:spPr>
          <a:xfrm>
            <a:off x="6586922" y="395536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8" name="直線コネクタ 37"/>
          <p:cNvCxnSpPr/>
          <p:nvPr userDrawn="1"/>
        </p:nvCxnSpPr>
        <p:spPr>
          <a:xfrm>
            <a:off x="5398790" y="6223620"/>
            <a:ext cx="3312368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プレースホルダー 11"/>
          <p:cNvSpPr>
            <a:spLocks noGrp="1"/>
          </p:cNvSpPr>
          <p:nvPr>
            <p:ph type="body" sz="quarter" idx="42" hasCustomPrompt="1"/>
          </p:nvPr>
        </p:nvSpPr>
        <p:spPr>
          <a:xfrm>
            <a:off x="9143206" y="6439644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0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9143206" y="7087716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1" name="円/楕円 40"/>
          <p:cNvSpPr/>
          <p:nvPr userDrawn="1"/>
        </p:nvSpPr>
        <p:spPr>
          <a:xfrm>
            <a:off x="9791278" y="305526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図プレースホルダー 5"/>
          <p:cNvSpPr>
            <a:spLocks noGrp="1"/>
          </p:cNvSpPr>
          <p:nvPr>
            <p:ph type="pic" sz="quarter" idx="44" hasCustomPrompt="1"/>
          </p:nvPr>
        </p:nvSpPr>
        <p:spPr>
          <a:xfrm>
            <a:off x="10691378" y="395536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3" name="直線コネクタ 42"/>
          <p:cNvCxnSpPr/>
          <p:nvPr userDrawn="1"/>
        </p:nvCxnSpPr>
        <p:spPr>
          <a:xfrm>
            <a:off x="9503246" y="6223620"/>
            <a:ext cx="3312368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プレースホルダー 11"/>
          <p:cNvSpPr>
            <a:spLocks noGrp="1"/>
          </p:cNvSpPr>
          <p:nvPr>
            <p:ph type="body" sz="quarter" idx="45" hasCustomPrompt="1"/>
          </p:nvPr>
        </p:nvSpPr>
        <p:spPr>
          <a:xfrm>
            <a:off x="13247662" y="6439644"/>
            <a:ext cx="3960440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46" hasCustomPrompt="1"/>
          </p:nvPr>
        </p:nvSpPr>
        <p:spPr>
          <a:xfrm>
            <a:off x="13247662" y="7087716"/>
            <a:ext cx="3960440" cy="2088232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6" name="円/楕円 45"/>
          <p:cNvSpPr/>
          <p:nvPr userDrawn="1"/>
        </p:nvSpPr>
        <p:spPr>
          <a:xfrm>
            <a:off x="13895734" y="305526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14795834" y="395536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8" name="直線コネクタ 47"/>
          <p:cNvCxnSpPr/>
          <p:nvPr userDrawn="1"/>
        </p:nvCxnSpPr>
        <p:spPr>
          <a:xfrm>
            <a:off x="13607702" y="6223620"/>
            <a:ext cx="3312368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56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500"/>
                            </p:stCondLst>
                            <p:childTnLst>
                              <p:par>
                                <p:cTn id="10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21" grpId="0"/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7" grpId="0"/>
      <p:bldP spid="3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animBg="1"/>
      <p:bldP spid="42" grpId="0"/>
      <p:bldP spid="4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animBg="1"/>
      <p:bldP spid="47" grpId="0"/>
    </p:bldLst>
  </p:timing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159" y="5035488"/>
            <a:ext cx="2590319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2590478" y="5033066"/>
            <a:ext cx="3240360" cy="218446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5830838" y="5023026"/>
            <a:ext cx="3312368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9143206" y="5023026"/>
            <a:ext cx="3240360" cy="228486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2383566" y="5023026"/>
            <a:ext cx="3240359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623926" y="5035488"/>
            <a:ext cx="2662488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06302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006302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2645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4292645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7580956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580956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7341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0847341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111758" y="6439645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4111758" y="7015709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 useBgFill="1">
        <p:nvSpPr>
          <p:cNvPr id="40" name="円/楕円 39"/>
          <p:cNvSpPr/>
          <p:nvPr userDrawn="1"/>
        </p:nvSpPr>
        <p:spPr>
          <a:xfrm>
            <a:off x="1438350" y="3991372"/>
            <a:ext cx="2304256" cy="2304256"/>
          </a:xfrm>
          <a:prstGeom prst="ellipse">
            <a:avLst/>
          </a:prstGeom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448427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 useBgFill="1">
        <p:nvSpPr>
          <p:cNvPr id="42" name="円/楕円 41"/>
          <p:cNvSpPr/>
          <p:nvPr userDrawn="1"/>
        </p:nvSpPr>
        <p:spPr>
          <a:xfrm>
            <a:off x="4678710" y="4000520"/>
            <a:ext cx="2304256" cy="2304256"/>
          </a:xfrm>
          <a:prstGeom prst="ellipse">
            <a:avLst/>
          </a:prstGeom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688787" y="4828823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 useBgFill="1">
        <p:nvSpPr>
          <p:cNvPr id="44" name="円/楕円 43"/>
          <p:cNvSpPr/>
          <p:nvPr userDrawn="1"/>
        </p:nvSpPr>
        <p:spPr>
          <a:xfrm>
            <a:off x="7991078" y="3991372"/>
            <a:ext cx="2304256" cy="2304256"/>
          </a:xfrm>
          <a:prstGeom prst="ellipse">
            <a:avLst/>
          </a:prstGeom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001155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 useBgFill="1">
        <p:nvSpPr>
          <p:cNvPr id="46" name="円/楕円 45"/>
          <p:cNvSpPr/>
          <p:nvPr userDrawn="1"/>
        </p:nvSpPr>
        <p:spPr>
          <a:xfrm>
            <a:off x="11231438" y="3964253"/>
            <a:ext cx="2304256" cy="2304256"/>
          </a:xfrm>
          <a:prstGeom prst="ellipse">
            <a:avLst/>
          </a:prstGeom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241515" y="4792556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 useBgFill="1">
        <p:nvSpPr>
          <p:cNvPr id="48" name="円/楕円 47"/>
          <p:cNvSpPr/>
          <p:nvPr userDrawn="1"/>
        </p:nvSpPr>
        <p:spPr>
          <a:xfrm>
            <a:off x="14471798" y="3991372"/>
            <a:ext cx="2304256" cy="2304256"/>
          </a:xfrm>
          <a:prstGeom prst="ellipse">
            <a:avLst/>
          </a:prstGeom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4481875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45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00"/>
                            </p:stCondLst>
                            <p:childTnLst>
                              <p:par>
                                <p:cTn id="9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500"/>
                            </p:stCondLst>
                            <p:childTnLst>
                              <p:par>
                                <p:cTn id="104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500"/>
                            </p:stCondLst>
                            <p:childTnLst>
                              <p:par>
                                <p:cTn id="130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  <p:bldP spid="45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159" y="5035488"/>
            <a:ext cx="2590319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2590478" y="5033066"/>
            <a:ext cx="3240360" cy="218446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5830838" y="5023026"/>
            <a:ext cx="3312368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9143206" y="5023026"/>
            <a:ext cx="3240360" cy="228486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2383566" y="5023026"/>
            <a:ext cx="3240359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5623926" y="5035488"/>
            <a:ext cx="2662488" cy="216024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06302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006302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4292645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4292645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7580956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580956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7341" y="6439644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0847341" y="7015708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111758" y="6439645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4111758" y="7015709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0" name="円/楕円 39"/>
          <p:cNvSpPr/>
          <p:nvPr userDrawn="1"/>
        </p:nvSpPr>
        <p:spPr>
          <a:xfrm>
            <a:off x="1438350" y="3991372"/>
            <a:ext cx="2304256" cy="2304256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448427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4678710" y="4000520"/>
            <a:ext cx="2304256" cy="2304256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688787" y="4828823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991078" y="3991372"/>
            <a:ext cx="2304256" cy="2304256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8001155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>
        <p:nvSpPr>
          <p:cNvPr id="46" name="円/楕円 45"/>
          <p:cNvSpPr/>
          <p:nvPr userDrawn="1"/>
        </p:nvSpPr>
        <p:spPr>
          <a:xfrm>
            <a:off x="11231438" y="3964253"/>
            <a:ext cx="2304256" cy="2304256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241515" y="4792556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>
        <p:nvSpPr>
          <p:cNvPr id="48" name="円/楕円 47"/>
          <p:cNvSpPr/>
          <p:nvPr userDrawn="1"/>
        </p:nvSpPr>
        <p:spPr>
          <a:xfrm>
            <a:off x="14471798" y="3991372"/>
            <a:ext cx="2304256" cy="2304256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4481875" y="4819675"/>
            <a:ext cx="2269879" cy="647650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00:00</a:t>
            </a:r>
            <a:endParaRPr 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38" hasCustomPrompt="1"/>
          </p:nvPr>
        </p:nvSpPr>
        <p:spPr>
          <a:xfrm>
            <a:off x="3167062" y="3415308"/>
            <a:ext cx="720675" cy="72067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0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6550918" y="3415308"/>
            <a:ext cx="720675" cy="72067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1" name="図プレースホルダー 5"/>
          <p:cNvSpPr>
            <a:spLocks noGrp="1"/>
          </p:cNvSpPr>
          <p:nvPr>
            <p:ph type="pic" sz="quarter" idx="40" hasCustomPrompt="1"/>
          </p:nvPr>
        </p:nvSpPr>
        <p:spPr>
          <a:xfrm>
            <a:off x="9791500" y="3415308"/>
            <a:ext cx="720675" cy="72067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2" name="図プレースホルダー 5"/>
          <p:cNvSpPr>
            <a:spLocks noGrp="1"/>
          </p:cNvSpPr>
          <p:nvPr>
            <p:ph type="pic" sz="quarter" idx="41" hasCustomPrompt="1"/>
          </p:nvPr>
        </p:nvSpPr>
        <p:spPr>
          <a:xfrm>
            <a:off x="13175356" y="3415308"/>
            <a:ext cx="720675" cy="72067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3" name="図プレースホルダー 5"/>
          <p:cNvSpPr>
            <a:spLocks noGrp="1"/>
          </p:cNvSpPr>
          <p:nvPr>
            <p:ph type="pic" sz="quarter" idx="42" hasCustomPrompt="1"/>
          </p:nvPr>
        </p:nvSpPr>
        <p:spPr>
          <a:xfrm>
            <a:off x="16415419" y="3415308"/>
            <a:ext cx="720675" cy="72067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88292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250"/>
                            </p:stCondLst>
                            <p:childTnLst>
                              <p:par>
                                <p:cTn id="4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250"/>
                            </p:stCondLst>
                            <p:childTnLst>
                              <p:par>
                                <p:cTn id="8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25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750"/>
                            </p:stCondLst>
                            <p:childTnLst>
                              <p:par>
                                <p:cTn id="10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750"/>
                            </p:stCondLst>
                            <p:childTnLst>
                              <p:par>
                                <p:cTn id="14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175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  <p:bldP spid="45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0" grpId="0"/>
      <p:bldP spid="51" grpId="0"/>
      <p:bldP spid="52" grpId="0"/>
      <p:bldP spid="53" grpId="0"/>
    </p:bldLst>
  </p:timing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06302" y="6079603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006302" y="6655667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4" name="円/楕円 53"/>
          <p:cNvSpPr/>
          <p:nvPr userDrawn="1"/>
        </p:nvSpPr>
        <p:spPr>
          <a:xfrm>
            <a:off x="1946977" y="44234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5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2272699" y="47294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grpSp>
        <p:nvGrpSpPr>
          <p:cNvPr id="56" name="グループ化 55"/>
          <p:cNvGrpSpPr/>
          <p:nvPr userDrawn="1"/>
        </p:nvGrpSpPr>
        <p:grpSpPr>
          <a:xfrm>
            <a:off x="1438350" y="2906286"/>
            <a:ext cx="2277393" cy="1301110"/>
            <a:chOff x="3409429" y="2695228"/>
            <a:chExt cx="2277393" cy="1301110"/>
          </a:xfrm>
        </p:grpSpPr>
        <p:sp>
          <p:nvSpPr>
            <p:cNvPr id="57" name="正方形/長方形 56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二等辺三角形 57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9" name="テキスト プレースホルダー 70"/>
          <p:cNvSpPr>
            <a:spLocks noGrp="1"/>
          </p:cNvSpPr>
          <p:nvPr>
            <p:ph type="body" sz="quarter" idx="54" hasCustomPrompt="1"/>
          </p:nvPr>
        </p:nvSpPr>
        <p:spPr>
          <a:xfrm>
            <a:off x="1555503" y="312231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7" name="直線コネクタ 6"/>
          <p:cNvCxnSpPr>
            <a:endCxn id="54" idx="2"/>
          </p:cNvCxnSpPr>
          <p:nvPr userDrawn="1"/>
        </p:nvCxnSpPr>
        <p:spPr>
          <a:xfrm>
            <a:off x="0" y="5053490"/>
            <a:ext cx="1946977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プレースホルダー 11"/>
          <p:cNvSpPr>
            <a:spLocks noGrp="1"/>
          </p:cNvSpPr>
          <p:nvPr>
            <p:ph type="body" sz="quarter" idx="55" hasCustomPrompt="1"/>
          </p:nvPr>
        </p:nvSpPr>
        <p:spPr>
          <a:xfrm>
            <a:off x="4292645" y="6079603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2" name="テキスト プレースホルダー 11"/>
          <p:cNvSpPr>
            <a:spLocks noGrp="1"/>
          </p:cNvSpPr>
          <p:nvPr>
            <p:ph type="body" sz="quarter" idx="56" hasCustomPrompt="1"/>
          </p:nvPr>
        </p:nvSpPr>
        <p:spPr>
          <a:xfrm>
            <a:off x="4292645" y="6655667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5233320" y="44234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図プレースホルダー 5"/>
          <p:cNvSpPr>
            <a:spLocks noGrp="1"/>
          </p:cNvSpPr>
          <p:nvPr>
            <p:ph type="pic" sz="quarter" idx="57" hasCustomPrompt="1"/>
          </p:nvPr>
        </p:nvSpPr>
        <p:spPr>
          <a:xfrm>
            <a:off x="5559042" y="47294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grpSp>
        <p:nvGrpSpPr>
          <p:cNvPr id="65" name="グループ化 64"/>
          <p:cNvGrpSpPr/>
          <p:nvPr userDrawn="1"/>
        </p:nvGrpSpPr>
        <p:grpSpPr>
          <a:xfrm>
            <a:off x="4724693" y="2906286"/>
            <a:ext cx="2277393" cy="1301110"/>
            <a:chOff x="3409429" y="2695228"/>
            <a:chExt cx="2277393" cy="1301110"/>
          </a:xfrm>
        </p:grpSpPr>
        <p:sp>
          <p:nvSpPr>
            <p:cNvPr id="66" name="正方形/長方形 65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二等辺三角形 66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8" name="テキスト プレースホルダー 70"/>
          <p:cNvSpPr>
            <a:spLocks noGrp="1"/>
          </p:cNvSpPr>
          <p:nvPr>
            <p:ph type="body" sz="quarter" idx="58" hasCustomPrompt="1"/>
          </p:nvPr>
        </p:nvSpPr>
        <p:spPr>
          <a:xfrm>
            <a:off x="4841846" y="312231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69" name="直線コネクタ 68"/>
          <p:cNvCxnSpPr>
            <a:stCxn id="54" idx="6"/>
            <a:endCxn id="63" idx="2"/>
          </p:cNvCxnSpPr>
          <p:nvPr userDrawn="1"/>
        </p:nvCxnSpPr>
        <p:spPr>
          <a:xfrm>
            <a:off x="3207117" y="5053490"/>
            <a:ext cx="2026203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プレースホルダー 11"/>
          <p:cNvSpPr>
            <a:spLocks noGrp="1"/>
          </p:cNvSpPr>
          <p:nvPr>
            <p:ph type="body" sz="quarter" idx="59" hasCustomPrompt="1"/>
          </p:nvPr>
        </p:nvSpPr>
        <p:spPr>
          <a:xfrm>
            <a:off x="7581228" y="6079603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79" name="テキスト プレースホルダー 11"/>
          <p:cNvSpPr>
            <a:spLocks noGrp="1"/>
          </p:cNvSpPr>
          <p:nvPr>
            <p:ph type="body" sz="quarter" idx="60" hasCustomPrompt="1"/>
          </p:nvPr>
        </p:nvSpPr>
        <p:spPr>
          <a:xfrm>
            <a:off x="7581228" y="6655667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80" name="円/楕円 79"/>
          <p:cNvSpPr/>
          <p:nvPr userDrawn="1"/>
        </p:nvSpPr>
        <p:spPr>
          <a:xfrm>
            <a:off x="8521903" y="44234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図プレースホルダー 5"/>
          <p:cNvSpPr>
            <a:spLocks noGrp="1"/>
          </p:cNvSpPr>
          <p:nvPr>
            <p:ph type="pic" sz="quarter" idx="61" hasCustomPrompt="1"/>
          </p:nvPr>
        </p:nvSpPr>
        <p:spPr>
          <a:xfrm>
            <a:off x="8847625" y="47294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grpSp>
        <p:nvGrpSpPr>
          <p:cNvPr id="82" name="グループ化 81"/>
          <p:cNvGrpSpPr/>
          <p:nvPr userDrawn="1"/>
        </p:nvGrpSpPr>
        <p:grpSpPr>
          <a:xfrm>
            <a:off x="8013276" y="2906286"/>
            <a:ext cx="2277393" cy="1301110"/>
            <a:chOff x="3409429" y="2695228"/>
            <a:chExt cx="2277393" cy="1301110"/>
          </a:xfrm>
        </p:grpSpPr>
        <p:sp>
          <p:nvSpPr>
            <p:cNvPr id="83" name="正方形/長方形 82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二等辺三角形 83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5" name="テキスト プレースホルダー 70"/>
          <p:cNvSpPr>
            <a:spLocks noGrp="1"/>
          </p:cNvSpPr>
          <p:nvPr>
            <p:ph type="body" sz="quarter" idx="62" hasCustomPrompt="1"/>
          </p:nvPr>
        </p:nvSpPr>
        <p:spPr>
          <a:xfrm>
            <a:off x="8130429" y="312231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86" name="直線コネクタ 85"/>
          <p:cNvCxnSpPr>
            <a:stCxn id="63" idx="6"/>
            <a:endCxn id="80" idx="2"/>
          </p:cNvCxnSpPr>
          <p:nvPr userDrawn="1"/>
        </p:nvCxnSpPr>
        <p:spPr>
          <a:xfrm>
            <a:off x="6493460" y="5053490"/>
            <a:ext cx="2028443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テキスト プレースホルダー 11"/>
          <p:cNvSpPr>
            <a:spLocks noGrp="1"/>
          </p:cNvSpPr>
          <p:nvPr>
            <p:ph type="body" sz="quarter" idx="63" hasCustomPrompt="1"/>
          </p:nvPr>
        </p:nvSpPr>
        <p:spPr>
          <a:xfrm>
            <a:off x="10871398" y="6079603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88" name="テキスト プレースホルダー 11"/>
          <p:cNvSpPr>
            <a:spLocks noGrp="1"/>
          </p:cNvSpPr>
          <p:nvPr>
            <p:ph type="body" sz="quarter" idx="64" hasCustomPrompt="1"/>
          </p:nvPr>
        </p:nvSpPr>
        <p:spPr>
          <a:xfrm>
            <a:off x="10871398" y="6655667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89" name="円/楕円 88"/>
          <p:cNvSpPr/>
          <p:nvPr userDrawn="1"/>
        </p:nvSpPr>
        <p:spPr>
          <a:xfrm>
            <a:off x="11812073" y="44234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0" name="図プレースホルダー 5"/>
          <p:cNvSpPr>
            <a:spLocks noGrp="1"/>
          </p:cNvSpPr>
          <p:nvPr>
            <p:ph type="pic" sz="quarter" idx="65" hasCustomPrompt="1"/>
          </p:nvPr>
        </p:nvSpPr>
        <p:spPr>
          <a:xfrm>
            <a:off x="12137795" y="47294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grpSp>
        <p:nvGrpSpPr>
          <p:cNvPr id="91" name="グループ化 90"/>
          <p:cNvGrpSpPr/>
          <p:nvPr userDrawn="1"/>
        </p:nvGrpSpPr>
        <p:grpSpPr>
          <a:xfrm>
            <a:off x="11303446" y="2906286"/>
            <a:ext cx="2277393" cy="1301110"/>
            <a:chOff x="3409429" y="2695228"/>
            <a:chExt cx="2277393" cy="1301110"/>
          </a:xfrm>
        </p:grpSpPr>
        <p:sp>
          <p:nvSpPr>
            <p:cNvPr id="92" name="正方形/長方形 91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二等辺三角形 92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4" name="テキスト プレースホルダー 70"/>
          <p:cNvSpPr>
            <a:spLocks noGrp="1"/>
          </p:cNvSpPr>
          <p:nvPr>
            <p:ph type="body" sz="quarter" idx="66" hasCustomPrompt="1"/>
          </p:nvPr>
        </p:nvSpPr>
        <p:spPr>
          <a:xfrm>
            <a:off x="11420599" y="312231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95" name="直線コネクタ 94"/>
          <p:cNvCxnSpPr>
            <a:stCxn id="80" idx="6"/>
            <a:endCxn id="89" idx="2"/>
          </p:cNvCxnSpPr>
          <p:nvPr userDrawn="1"/>
        </p:nvCxnSpPr>
        <p:spPr>
          <a:xfrm>
            <a:off x="9782043" y="5053490"/>
            <a:ext cx="2030030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テキスト プレースホルダー 11"/>
          <p:cNvSpPr>
            <a:spLocks noGrp="1"/>
          </p:cNvSpPr>
          <p:nvPr>
            <p:ph type="body" sz="quarter" idx="67" hasCustomPrompt="1"/>
          </p:nvPr>
        </p:nvSpPr>
        <p:spPr>
          <a:xfrm>
            <a:off x="14157741" y="6079603"/>
            <a:ext cx="3122369" cy="647650"/>
          </a:xfrm>
        </p:spPr>
        <p:txBody>
          <a:bodyPr anchor="ctr">
            <a:noAutofit/>
          </a:bodyPr>
          <a:lstStyle>
            <a:lvl1pPr algn="ctr"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7" name="テキスト プレースホルダー 11"/>
          <p:cNvSpPr>
            <a:spLocks noGrp="1"/>
          </p:cNvSpPr>
          <p:nvPr>
            <p:ph type="body" sz="quarter" idx="68" hasCustomPrompt="1"/>
          </p:nvPr>
        </p:nvSpPr>
        <p:spPr>
          <a:xfrm>
            <a:off x="14157741" y="6655667"/>
            <a:ext cx="3122369" cy="2088233"/>
          </a:xfrm>
        </p:spPr>
        <p:txBody>
          <a:bodyPr anchor="t">
            <a:noAutofit/>
          </a:bodyPr>
          <a:lstStyle>
            <a:lvl1pPr algn="ctr"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8" name="円/楕円 97"/>
          <p:cNvSpPr/>
          <p:nvPr userDrawn="1"/>
        </p:nvSpPr>
        <p:spPr>
          <a:xfrm>
            <a:off x="15098416" y="44234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9" name="図プレースホルダー 5"/>
          <p:cNvSpPr>
            <a:spLocks noGrp="1"/>
          </p:cNvSpPr>
          <p:nvPr>
            <p:ph type="pic" sz="quarter" idx="69" hasCustomPrompt="1"/>
          </p:nvPr>
        </p:nvSpPr>
        <p:spPr>
          <a:xfrm>
            <a:off x="15424138" y="47294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4589789" y="2906286"/>
            <a:ext cx="2277393" cy="1301110"/>
            <a:chOff x="3409429" y="2695228"/>
            <a:chExt cx="2277393" cy="1301110"/>
          </a:xfrm>
        </p:grpSpPr>
        <p:sp>
          <p:nvSpPr>
            <p:cNvPr id="101" name="正方形/長方形 100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二等辺三角形 101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3" name="テキスト プレースホルダー 70"/>
          <p:cNvSpPr>
            <a:spLocks noGrp="1"/>
          </p:cNvSpPr>
          <p:nvPr>
            <p:ph type="body" sz="quarter" idx="70" hasCustomPrompt="1"/>
          </p:nvPr>
        </p:nvSpPr>
        <p:spPr>
          <a:xfrm>
            <a:off x="14706942" y="312231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104" name="直線コネクタ 103"/>
          <p:cNvCxnSpPr>
            <a:stCxn id="89" idx="6"/>
            <a:endCxn id="98" idx="2"/>
          </p:cNvCxnSpPr>
          <p:nvPr userDrawn="1"/>
        </p:nvCxnSpPr>
        <p:spPr>
          <a:xfrm>
            <a:off x="13072213" y="5053490"/>
            <a:ext cx="2026203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/>
          <p:cNvCxnSpPr>
            <a:stCxn id="98" idx="6"/>
          </p:cNvCxnSpPr>
          <p:nvPr userDrawn="1"/>
        </p:nvCxnSpPr>
        <p:spPr>
          <a:xfrm>
            <a:off x="16358556" y="5053490"/>
            <a:ext cx="1927857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05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250"/>
                            </p:stCondLst>
                            <p:childTnLst>
                              <p:par>
                                <p:cTn id="7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25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7750"/>
                            </p:stCondLst>
                            <p:childTnLst>
                              <p:par>
                                <p:cTn id="11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8250"/>
                            </p:stCondLst>
                            <p:childTnLst>
                              <p:par>
                                <p:cTn id="131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750"/>
                            </p:stCondLst>
                            <p:childTnLst>
                              <p:par>
                                <p:cTn id="1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66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75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/>
      <p:bldP spid="59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/>
      <p:bldP spid="68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animBg="1"/>
      <p:bldP spid="81" grpId="0"/>
      <p:bldP spid="85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9" grpId="0" animBg="1"/>
      <p:bldP spid="90" grpId="0"/>
      <p:bldP spid="94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8" grpId="0" animBg="1"/>
      <p:bldP spid="99" grpId="0"/>
      <p:bldP spid="103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/>
          <p:cNvGrpSpPr/>
          <p:nvPr userDrawn="1"/>
        </p:nvGrpSpPr>
        <p:grpSpPr>
          <a:xfrm>
            <a:off x="12311558" y="5540049"/>
            <a:ext cx="4464496" cy="3419875"/>
            <a:chOff x="1438350" y="5540049"/>
            <a:chExt cx="4464496" cy="3419875"/>
          </a:xfrm>
        </p:grpSpPr>
        <p:sp>
          <p:nvSpPr>
            <p:cNvPr id="28" name="正方形/長方形 27"/>
            <p:cNvSpPr/>
            <p:nvPr userDrawn="1"/>
          </p:nvSpPr>
          <p:spPr>
            <a:xfrm>
              <a:off x="1438350" y="5833047"/>
              <a:ext cx="4464496" cy="3126877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二等辺三角形 28"/>
            <p:cNvSpPr/>
            <p:nvPr userDrawn="1"/>
          </p:nvSpPr>
          <p:spPr>
            <a:xfrm>
              <a:off x="3500659" y="5540049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3" name="グループ化 22"/>
          <p:cNvGrpSpPr/>
          <p:nvPr userDrawn="1"/>
        </p:nvGrpSpPr>
        <p:grpSpPr>
          <a:xfrm>
            <a:off x="6911038" y="5540049"/>
            <a:ext cx="4464496" cy="3419875"/>
            <a:chOff x="1438350" y="5540049"/>
            <a:chExt cx="4464496" cy="3419875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438350" y="5833047"/>
              <a:ext cx="4464496" cy="3126877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二等辺三角形 25"/>
            <p:cNvSpPr/>
            <p:nvPr userDrawn="1"/>
          </p:nvSpPr>
          <p:spPr>
            <a:xfrm>
              <a:off x="3500659" y="5540049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1438350" y="5540049"/>
            <a:ext cx="4464496" cy="3419875"/>
            <a:chOff x="1438350" y="5540049"/>
            <a:chExt cx="4464496" cy="3419875"/>
          </a:xfrm>
        </p:grpSpPr>
        <p:sp>
          <p:nvSpPr>
            <p:cNvPr id="20" name="正方形/長方形 19"/>
            <p:cNvSpPr/>
            <p:nvPr userDrawn="1"/>
          </p:nvSpPr>
          <p:spPr>
            <a:xfrm>
              <a:off x="1438350" y="5833047"/>
              <a:ext cx="4464496" cy="3126877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二等辺三角形 20"/>
            <p:cNvSpPr/>
            <p:nvPr userDrawn="1"/>
          </p:nvSpPr>
          <p:spPr>
            <a:xfrm>
              <a:off x="3500659" y="5540049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159" y="5089494"/>
            <a:ext cx="18286254" cy="108012"/>
          </a:xfrm>
          <a:prstGeom prst="rect">
            <a:avLst/>
          </a:prstGeom>
          <a:solidFill>
            <a:schemeClr val="bg1">
              <a:alpha val="1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円/楕円 3"/>
          <p:cNvSpPr/>
          <p:nvPr userDrawn="1"/>
        </p:nvSpPr>
        <p:spPr>
          <a:xfrm>
            <a:off x="3382566" y="4855468"/>
            <a:ext cx="576064" cy="576064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854381" y="4855468"/>
            <a:ext cx="576064" cy="576064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4255774" y="4855468"/>
            <a:ext cx="576064" cy="576064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510358" y="3037266"/>
            <a:ext cx="4392488" cy="1728192"/>
          </a:xfrm>
        </p:spPr>
        <p:txBody>
          <a:bodyPr anchor="ctr">
            <a:noAutofit/>
          </a:bodyPr>
          <a:lstStyle>
            <a:lvl1pPr algn="ctr">
              <a:defRPr sz="15000">
                <a:solidFill>
                  <a:schemeClr val="bg2">
                    <a:alpha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0000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6946169" y="3037266"/>
            <a:ext cx="4392488" cy="1728192"/>
          </a:xfrm>
        </p:spPr>
        <p:txBody>
          <a:bodyPr anchor="ctr">
            <a:noAutofit/>
          </a:bodyPr>
          <a:lstStyle>
            <a:lvl1pPr algn="ctr">
              <a:defRPr sz="15000">
                <a:solidFill>
                  <a:schemeClr val="bg2">
                    <a:alpha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0000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383566" y="3037266"/>
            <a:ext cx="4392488" cy="1728192"/>
          </a:xfrm>
        </p:spPr>
        <p:txBody>
          <a:bodyPr anchor="ctr">
            <a:noAutofit/>
          </a:bodyPr>
          <a:lstStyle>
            <a:lvl1pPr algn="ctr">
              <a:defRPr sz="15000">
                <a:solidFill>
                  <a:schemeClr val="bg2">
                    <a:alpha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0000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510358" y="6007596"/>
            <a:ext cx="4320480" cy="2808312"/>
          </a:xfrm>
        </p:spPr>
        <p:txBody>
          <a:bodyPr anchor="ctr">
            <a:noAutofit/>
          </a:bodyPr>
          <a:lstStyle>
            <a:lvl1pPr marL="342900" indent="-342900" algn="l">
              <a:buClr>
                <a:schemeClr val="accent1"/>
              </a:buClr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Item</a:t>
            </a:r>
          </a:p>
          <a:p>
            <a:pPr lvl="0"/>
            <a:r>
              <a:rPr lang="en-US" altLang="ja-JP" dirty="0"/>
              <a:t>Item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982965" y="6007596"/>
            <a:ext cx="4320481" cy="2808312"/>
          </a:xfrm>
        </p:spPr>
        <p:txBody>
          <a:bodyPr anchor="ctr">
            <a:noAutofit/>
          </a:bodyPr>
          <a:lstStyle>
            <a:lvl1pPr marL="342900" indent="-342900" algn="l">
              <a:buClr>
                <a:schemeClr val="accent1"/>
              </a:buClr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Item </a:t>
            </a:r>
          </a:p>
          <a:p>
            <a:pPr lvl="0"/>
            <a:r>
              <a:rPr lang="en-US" altLang="ja-JP" dirty="0"/>
              <a:t>Item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383566" y="6007596"/>
            <a:ext cx="4320480" cy="2808312"/>
          </a:xfrm>
        </p:spPr>
        <p:txBody>
          <a:bodyPr anchor="ctr">
            <a:noAutofit/>
          </a:bodyPr>
          <a:lstStyle>
            <a:lvl1pPr marL="342900" indent="-342900" algn="l">
              <a:buClr>
                <a:schemeClr val="accent1"/>
              </a:buClr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Item</a:t>
            </a:r>
          </a:p>
          <a:p>
            <a:pPr lvl="0"/>
            <a:r>
              <a:rPr lang="en-US" altLang="ja-JP" dirty="0"/>
              <a:t>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5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4" grpId="0" animBg="1"/>
      <p:bldP spid="10" grpId="0" animBg="1"/>
      <p:bldP spid="12" grpId="0" animBg="1"/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70811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- N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3127276"/>
            <a:ext cx="16417824" cy="4536504"/>
          </a:xfrm>
        </p:spPr>
        <p:txBody>
          <a:bodyPr anchor="ctr">
            <a:noAutofit/>
          </a:bodyPr>
          <a:lstStyle>
            <a:lvl1pPr algn="l">
              <a:spcBef>
                <a:spcPts val="1100"/>
              </a:spcBef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51568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3847356"/>
            <a:ext cx="16344031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4495428"/>
            <a:ext cx="16344031" cy="2304256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3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2839244"/>
            <a:ext cx="16344031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3487316"/>
            <a:ext cx="16344031" cy="2304256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0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36079" y="6079604"/>
            <a:ext cx="16344031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36079" y="6727676"/>
            <a:ext cx="16344031" cy="2304256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6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- 1 Column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477838" y="2335213"/>
            <a:ext cx="17559088" cy="4176712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9088" h="4176712">
                <a:moveTo>
                  <a:pt x="2400300" y="0"/>
                </a:moveTo>
                <a:lnTo>
                  <a:pt x="17559088" y="0"/>
                </a:lnTo>
                <a:lnTo>
                  <a:pt x="15146088" y="4176712"/>
                </a:lnTo>
                <a:lnTo>
                  <a:pt x="0" y="4164012"/>
                </a:lnTo>
                <a:lnTo>
                  <a:pt x="2400300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7015708"/>
            <a:ext cx="16345816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7663780"/>
            <a:ext cx="16345816" cy="1690059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0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200000">
            <a:off x="-1408193" y="4143471"/>
            <a:ext cx="6761799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1" name="コンテンツ プレースホルダー 11"/>
          <p:cNvSpPr>
            <a:spLocks noGrp="1"/>
          </p:cNvSpPr>
          <p:nvPr>
            <p:ph sz="quarter" idx="19" hasCustomPrompt="1"/>
          </p:nvPr>
        </p:nvSpPr>
        <p:spPr>
          <a:xfrm rot="18000000">
            <a:off x="12961272" y="4143471"/>
            <a:ext cx="6761799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83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lumn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967791" y="2465756"/>
            <a:ext cx="8507452" cy="3829871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           Add Image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0" name="コンテンツ プレースホルダー 11"/>
          <p:cNvSpPr>
            <a:spLocks noGrp="1"/>
          </p:cNvSpPr>
          <p:nvPr>
            <p:ph sz="quarter" idx="11" hasCustomPrompt="1"/>
          </p:nvPr>
        </p:nvSpPr>
        <p:spPr>
          <a:xfrm rot="7200000">
            <a:off x="-560717" y="4068879"/>
            <a:ext cx="5886804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1" name="コンテンツ プレースホルダー 11"/>
          <p:cNvSpPr>
            <a:spLocks noGrp="1"/>
          </p:cNvSpPr>
          <p:nvPr>
            <p:ph sz="quarter" idx="19" hasCustomPrompt="1"/>
          </p:nvPr>
        </p:nvSpPr>
        <p:spPr>
          <a:xfrm rot="18000000">
            <a:off x="5133364" y="3764587"/>
            <a:ext cx="5886804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9094782" y="3140794"/>
            <a:ext cx="8507452" cy="3829871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           Add Image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34294" y="6655667"/>
            <a:ext cx="6048672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34294" y="7303740"/>
            <a:ext cx="6048672" cy="129614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9142413" y="7345096"/>
            <a:ext cx="6048672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9142413" y="7993169"/>
            <a:ext cx="6048672" cy="129614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コンテンツ プレースホルダー 11"/>
          <p:cNvSpPr>
            <a:spLocks noGrp="1"/>
          </p:cNvSpPr>
          <p:nvPr>
            <p:ph sz="quarter" idx="23" hasCustomPrompt="1"/>
          </p:nvPr>
        </p:nvSpPr>
        <p:spPr>
          <a:xfrm rot="18000000">
            <a:off x="13260355" y="4439625"/>
            <a:ext cx="5886804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15" name="コンテンツ プレースホルダー 11"/>
          <p:cNvSpPr>
            <a:spLocks noGrp="1"/>
          </p:cNvSpPr>
          <p:nvPr>
            <p:ph sz="quarter" idx="22" hasCustomPrompt="1"/>
          </p:nvPr>
        </p:nvSpPr>
        <p:spPr>
          <a:xfrm rot="7200000">
            <a:off x="7566274" y="4743917"/>
            <a:ext cx="5886804" cy="9144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506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7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250"/>
                            </p:stCondLst>
                            <p:childTnLst>
                              <p:par>
                                <p:cTn id="5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228407" y="2537765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5686822" y="2543482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2" name="図プレースホルダー 5"/>
          <p:cNvSpPr>
            <a:spLocks noGrp="1"/>
          </p:cNvSpPr>
          <p:nvPr>
            <p:ph type="pic" sz="quarter" idx="22" hasCustomPrompt="1"/>
          </p:nvPr>
        </p:nvSpPr>
        <p:spPr>
          <a:xfrm>
            <a:off x="10151318" y="2543482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 Add Image</a:t>
            </a:r>
          </a:p>
        </p:txBody>
      </p:sp>
      <p:sp>
        <p:nvSpPr>
          <p:cNvPr id="23" name="図プレースホルダー 5"/>
          <p:cNvSpPr>
            <a:spLocks noGrp="1"/>
          </p:cNvSpPr>
          <p:nvPr>
            <p:ph type="pic" sz="quarter" idx="23" hasCustomPrompt="1"/>
          </p:nvPr>
        </p:nvSpPr>
        <p:spPr>
          <a:xfrm>
            <a:off x="14615814" y="2543482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4" name="図プレースホルダー 5"/>
          <p:cNvSpPr>
            <a:spLocks noGrp="1"/>
          </p:cNvSpPr>
          <p:nvPr>
            <p:ph type="pic" sz="quarter" idx="24" hasCustomPrompt="1"/>
          </p:nvPr>
        </p:nvSpPr>
        <p:spPr>
          <a:xfrm>
            <a:off x="-1992791" y="5824800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5" name="図プレースホルダー 5"/>
          <p:cNvSpPr>
            <a:spLocks noGrp="1"/>
          </p:cNvSpPr>
          <p:nvPr>
            <p:ph type="pic" sz="quarter" idx="25" hasCustomPrompt="1"/>
          </p:nvPr>
        </p:nvSpPr>
        <p:spPr>
          <a:xfrm>
            <a:off x="2446462" y="5824685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26" hasCustomPrompt="1"/>
          </p:nvPr>
        </p:nvSpPr>
        <p:spPr>
          <a:xfrm>
            <a:off x="6910958" y="5824685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27" name="図プレースホルダー 5"/>
          <p:cNvSpPr>
            <a:spLocks noGrp="1"/>
          </p:cNvSpPr>
          <p:nvPr>
            <p:ph type="pic" sz="quarter" idx="27" hasCustomPrompt="1"/>
          </p:nvPr>
        </p:nvSpPr>
        <p:spPr>
          <a:xfrm>
            <a:off x="11369373" y="5824685"/>
            <a:ext cx="6095437" cy="2744034"/>
          </a:xfrm>
          <a:custGeom>
            <a:avLst/>
            <a:gdLst>
              <a:gd name="connsiteX0" fmla="*/ 0 w 12745788"/>
              <a:gd name="connsiteY0" fmla="*/ 0 h 4176712"/>
              <a:gd name="connsiteX1" fmla="*/ 12745788 w 12745788"/>
              <a:gd name="connsiteY1" fmla="*/ 0 h 4176712"/>
              <a:gd name="connsiteX2" fmla="*/ 12745788 w 12745788"/>
              <a:gd name="connsiteY2" fmla="*/ 4176712 h 4176712"/>
              <a:gd name="connsiteX3" fmla="*/ 0 w 12745788"/>
              <a:gd name="connsiteY3" fmla="*/ 4176712 h 4176712"/>
              <a:gd name="connsiteX4" fmla="*/ 0 w 12745788"/>
              <a:gd name="connsiteY4" fmla="*/ 0 h 4176712"/>
              <a:gd name="connsiteX0" fmla="*/ 2400300 w 15146088"/>
              <a:gd name="connsiteY0" fmla="*/ 0 h 4176712"/>
              <a:gd name="connsiteX1" fmla="*/ 15146088 w 15146088"/>
              <a:gd name="connsiteY1" fmla="*/ 0 h 4176712"/>
              <a:gd name="connsiteX2" fmla="*/ 15146088 w 15146088"/>
              <a:gd name="connsiteY2" fmla="*/ 4176712 h 4176712"/>
              <a:gd name="connsiteX3" fmla="*/ 0 w 15146088"/>
              <a:gd name="connsiteY3" fmla="*/ 4164012 h 4176712"/>
              <a:gd name="connsiteX4" fmla="*/ 2400300 w 15146088"/>
              <a:gd name="connsiteY4" fmla="*/ 0 h 4176712"/>
              <a:gd name="connsiteX0" fmla="*/ 2400300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2400300 w 17559088"/>
              <a:gd name="connsiteY4" fmla="*/ 0 h 4176712"/>
              <a:gd name="connsiteX0" fmla="*/ 5183026 w 17559088"/>
              <a:gd name="connsiteY0" fmla="*/ 0 h 4176712"/>
              <a:gd name="connsiteX1" fmla="*/ 17559088 w 17559088"/>
              <a:gd name="connsiteY1" fmla="*/ 0 h 4176712"/>
              <a:gd name="connsiteX2" fmla="*/ 15146088 w 17559088"/>
              <a:gd name="connsiteY2" fmla="*/ 4176712 h 4176712"/>
              <a:gd name="connsiteX3" fmla="*/ 0 w 17559088"/>
              <a:gd name="connsiteY3" fmla="*/ 4164012 h 4176712"/>
              <a:gd name="connsiteX4" fmla="*/ 5183026 w 17559088"/>
              <a:gd name="connsiteY4" fmla="*/ 0 h 4176712"/>
              <a:gd name="connsiteX0" fmla="*/ 5183026 w 20406531"/>
              <a:gd name="connsiteY0" fmla="*/ 14716 h 4191428"/>
              <a:gd name="connsiteX1" fmla="*/ 20406531 w 20406531"/>
              <a:gd name="connsiteY1" fmla="*/ 0 h 4191428"/>
              <a:gd name="connsiteX2" fmla="*/ 15146088 w 20406531"/>
              <a:gd name="connsiteY2" fmla="*/ 4191428 h 4191428"/>
              <a:gd name="connsiteX3" fmla="*/ 0 w 20406531"/>
              <a:gd name="connsiteY3" fmla="*/ 4178728 h 4191428"/>
              <a:gd name="connsiteX4" fmla="*/ 5183026 w 20406531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210802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247740 w 20471245"/>
              <a:gd name="connsiteY0" fmla="*/ 14716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247740 w 20471245"/>
              <a:gd name="connsiteY4" fmla="*/ 14716 h 4191428"/>
              <a:gd name="connsiteX0" fmla="*/ 5312455 w 20471245"/>
              <a:gd name="connsiteY0" fmla="*/ 0 h 4191428"/>
              <a:gd name="connsiteX1" fmla="*/ 20471245 w 20471245"/>
              <a:gd name="connsiteY1" fmla="*/ 0 h 4191428"/>
              <a:gd name="connsiteX2" fmla="*/ 15146088 w 20471245"/>
              <a:gd name="connsiteY2" fmla="*/ 4191428 h 4191428"/>
              <a:gd name="connsiteX3" fmla="*/ 0 w 20471245"/>
              <a:gd name="connsiteY3" fmla="*/ 4178729 h 4191428"/>
              <a:gd name="connsiteX4" fmla="*/ 5312455 w 20471245"/>
              <a:gd name="connsiteY4" fmla="*/ 0 h 419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71245" h="4191428">
                <a:moveTo>
                  <a:pt x="5312455" y="0"/>
                </a:moveTo>
                <a:lnTo>
                  <a:pt x="20471245" y="0"/>
                </a:lnTo>
                <a:lnTo>
                  <a:pt x="15146088" y="4191428"/>
                </a:lnTo>
                <a:lnTo>
                  <a:pt x="0" y="4178729"/>
                </a:lnTo>
                <a:lnTo>
                  <a:pt x="5312455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                   Add Image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 rot="7200000">
            <a:off x="573" y="3548208"/>
            <a:ext cx="4682798" cy="8636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altLang="ja-JP" dirty="0"/>
              <a:t> </a:t>
            </a:r>
            <a:endParaRPr 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 rot="18000000">
            <a:off x="13932000" y="6860576"/>
            <a:ext cx="4682798" cy="8636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altLang="ja-JP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7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05" y="1903140"/>
            <a:ext cx="3576493" cy="74168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18870" y="4063380"/>
            <a:ext cx="11159455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6118870" y="4711452"/>
            <a:ext cx="11159455" cy="3024336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142024" y="2843984"/>
            <a:ext cx="3085200" cy="5526000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213652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7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76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/>
    </p:bldLst>
  </p:timing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139" y="2795004"/>
            <a:ext cx="9230101" cy="630893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4657591" y="3055268"/>
            <a:ext cx="7056784" cy="4608512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9389" y="4279404"/>
            <a:ext cx="4164813" cy="5619016"/>
          </a:xfrm>
          <a:blipFill>
            <a:blip r:embed="rId3" cstate="print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0" name="図プレースホルダー 7"/>
          <p:cNvSpPr>
            <a:spLocks noGrp="1"/>
          </p:cNvSpPr>
          <p:nvPr>
            <p:ph type="pic" sz="quarter" idx="22" hasCustomPrompt="1"/>
          </p:nvPr>
        </p:nvSpPr>
        <p:spPr>
          <a:xfrm>
            <a:off x="1324290" y="4723200"/>
            <a:ext cx="2970000" cy="3942000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65232" y="5431532"/>
            <a:ext cx="2425646" cy="4072775"/>
          </a:xfrm>
          <a:blipFill>
            <a:blip r:embed="rId4" cstate="print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1" name="図プレースホルダー 7"/>
          <p:cNvSpPr>
            <a:spLocks noGrp="1"/>
          </p:cNvSpPr>
          <p:nvPr>
            <p:ph type="pic" sz="quarter" idx="23" hasCustomPrompt="1"/>
          </p:nvPr>
        </p:nvSpPr>
        <p:spPr>
          <a:xfrm>
            <a:off x="4151870" y="5922000"/>
            <a:ext cx="1648800" cy="2952000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2167542" y="4783882"/>
            <a:ext cx="5616624" cy="1439738"/>
          </a:xfrm>
        </p:spPr>
        <p:txBody>
          <a:bodyPr anchor="b">
            <a:noAutofit/>
          </a:bodyPr>
          <a:lstStyle>
            <a:lvl1pPr>
              <a:lnSpc>
                <a:spcPts val="4000"/>
              </a:lnSpc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  <a:p>
            <a:pPr lvl="0"/>
            <a:r>
              <a:rPr lang="en-US" dirty="0"/>
              <a:t>TEXT HERE</a:t>
            </a:r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2167542" y="6151612"/>
            <a:ext cx="5616624" cy="3024336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4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19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4" y="2335188"/>
            <a:ext cx="10534916" cy="72008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388090" y="2695228"/>
            <a:ext cx="8136904" cy="5184576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151318" y="2551212"/>
            <a:ext cx="7127007" cy="3708201"/>
          </a:xfrm>
        </p:spPr>
        <p:txBody>
          <a:bodyPr anchor="b">
            <a:noAutofit/>
          </a:bodyPr>
          <a:lstStyle>
            <a:lvl1pPr>
              <a:lnSpc>
                <a:spcPts val="7000"/>
              </a:lnSpc>
              <a:defRPr sz="8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  <a:br>
              <a:rPr lang="en-US" altLang="ja-JP" dirty="0"/>
            </a:br>
            <a:r>
              <a:rPr lang="en-US" dirty="0"/>
              <a:t>TEXT HERE</a:t>
            </a:r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0151318" y="6259835"/>
            <a:ext cx="7127007" cy="2952328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8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5" name="円/楕円 24"/>
          <p:cNvSpPr/>
          <p:nvPr userDrawn="1"/>
        </p:nvSpPr>
        <p:spPr>
          <a:xfrm>
            <a:off x="11159430" y="2407196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11485152" y="2713231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円/楕円 28"/>
          <p:cNvSpPr/>
          <p:nvPr userDrawn="1"/>
        </p:nvSpPr>
        <p:spPr>
          <a:xfrm>
            <a:off x="13391678" y="3451312"/>
            <a:ext cx="2124236" cy="212423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図プレースホルダー 5"/>
          <p:cNvSpPr>
            <a:spLocks noGrp="1"/>
          </p:cNvSpPr>
          <p:nvPr>
            <p:ph type="pic" sz="quarter" idx="40" hasCustomPrompt="1"/>
          </p:nvPr>
        </p:nvSpPr>
        <p:spPr>
          <a:xfrm>
            <a:off x="13922737" y="3973370"/>
            <a:ext cx="1062118" cy="1062118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円/楕円 35"/>
          <p:cNvSpPr/>
          <p:nvPr userDrawn="1"/>
        </p:nvSpPr>
        <p:spPr>
          <a:xfrm>
            <a:off x="11545856" y="5760796"/>
            <a:ext cx="1845822" cy="184582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図プレースホルダー 5"/>
          <p:cNvSpPr>
            <a:spLocks noGrp="1"/>
          </p:cNvSpPr>
          <p:nvPr>
            <p:ph type="pic" sz="quarter" idx="41" hasCustomPrompt="1"/>
          </p:nvPr>
        </p:nvSpPr>
        <p:spPr>
          <a:xfrm>
            <a:off x="12023526" y="6225026"/>
            <a:ext cx="922911" cy="922911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9" name="円/楕円 48"/>
          <p:cNvSpPr/>
          <p:nvPr userDrawn="1"/>
        </p:nvSpPr>
        <p:spPr>
          <a:xfrm>
            <a:off x="3814614" y="2136484"/>
            <a:ext cx="2124236" cy="212423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図プレースホルダー 5"/>
          <p:cNvSpPr>
            <a:spLocks noGrp="1"/>
          </p:cNvSpPr>
          <p:nvPr>
            <p:ph type="pic" sz="quarter" idx="42" hasCustomPrompt="1"/>
          </p:nvPr>
        </p:nvSpPr>
        <p:spPr>
          <a:xfrm>
            <a:off x="4345673" y="2667543"/>
            <a:ext cx="1062118" cy="1062118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1" name="円/楕円 50"/>
          <p:cNvSpPr/>
          <p:nvPr userDrawn="1"/>
        </p:nvSpPr>
        <p:spPr>
          <a:xfrm>
            <a:off x="1294334" y="3279140"/>
            <a:ext cx="1448866" cy="144886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図プレースホルダー 5"/>
          <p:cNvSpPr>
            <a:spLocks noGrp="1"/>
          </p:cNvSpPr>
          <p:nvPr>
            <p:ph type="pic" sz="quarter" idx="43" hasCustomPrompt="1"/>
          </p:nvPr>
        </p:nvSpPr>
        <p:spPr>
          <a:xfrm>
            <a:off x="1641567" y="3610964"/>
            <a:ext cx="741593" cy="741593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3" name="円/楕円 52"/>
          <p:cNvSpPr/>
          <p:nvPr userDrawn="1"/>
        </p:nvSpPr>
        <p:spPr>
          <a:xfrm>
            <a:off x="1726382" y="4927476"/>
            <a:ext cx="2592288" cy="259228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図プレースホルダー 5"/>
          <p:cNvSpPr>
            <a:spLocks noGrp="1"/>
          </p:cNvSpPr>
          <p:nvPr>
            <p:ph type="pic" sz="quarter" idx="44" hasCustomPrompt="1"/>
          </p:nvPr>
        </p:nvSpPr>
        <p:spPr>
          <a:xfrm>
            <a:off x="2374454" y="5575548"/>
            <a:ext cx="1296144" cy="1296144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5" name="円/楕円 54"/>
          <p:cNvSpPr/>
          <p:nvPr userDrawn="1"/>
        </p:nvSpPr>
        <p:spPr>
          <a:xfrm>
            <a:off x="5063606" y="619428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5389328" y="650031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9" name="円/楕円 58"/>
          <p:cNvSpPr/>
          <p:nvPr userDrawn="1"/>
        </p:nvSpPr>
        <p:spPr>
          <a:xfrm>
            <a:off x="15829358" y="5499274"/>
            <a:ext cx="1495578" cy="149557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16196642" y="5877317"/>
            <a:ext cx="768254" cy="768254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1" name="円/楕円 60"/>
          <p:cNvSpPr/>
          <p:nvPr userDrawn="1"/>
        </p:nvSpPr>
        <p:spPr>
          <a:xfrm>
            <a:off x="14569218" y="1911567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14894940" y="2217602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3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2230438" y="7879804"/>
            <a:ext cx="13789532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4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2230438" y="8527876"/>
            <a:ext cx="13789532" cy="936104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cxnSp>
        <p:nvCxnSpPr>
          <p:cNvPr id="21" name="直線コネクタ 20"/>
          <p:cNvCxnSpPr>
            <a:endCxn id="4" idx="1"/>
          </p:cNvCxnSpPr>
          <p:nvPr userDrawn="1"/>
        </p:nvCxnSpPr>
        <p:spPr>
          <a:xfrm>
            <a:off x="5938850" y="3631332"/>
            <a:ext cx="3132348" cy="1378609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/>
          <p:cNvSpPr/>
          <p:nvPr userDrawn="1"/>
        </p:nvSpPr>
        <p:spPr>
          <a:xfrm>
            <a:off x="9071198" y="4855468"/>
            <a:ext cx="288032" cy="308945"/>
          </a:xfrm>
          <a:prstGeom prst="rect">
            <a:avLst/>
          </a:prstGeom>
          <a:noFill/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" name="直線コネクタ 45"/>
          <p:cNvCxnSpPr>
            <a:endCxn id="4" idx="1"/>
          </p:cNvCxnSpPr>
          <p:nvPr userDrawn="1"/>
        </p:nvCxnSpPr>
        <p:spPr>
          <a:xfrm flipV="1">
            <a:off x="4318670" y="5009941"/>
            <a:ext cx="4752528" cy="978666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/>
          <p:cNvCxnSpPr>
            <a:endCxn id="4" idx="1"/>
          </p:cNvCxnSpPr>
          <p:nvPr userDrawn="1"/>
        </p:nvCxnSpPr>
        <p:spPr>
          <a:xfrm>
            <a:off x="2743200" y="4178863"/>
            <a:ext cx="6327998" cy="831078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/>
          <p:cNvCxnSpPr>
            <a:endCxn id="4" idx="1"/>
          </p:cNvCxnSpPr>
          <p:nvPr userDrawn="1"/>
        </p:nvCxnSpPr>
        <p:spPr>
          <a:xfrm flipV="1">
            <a:off x="6323746" y="5009941"/>
            <a:ext cx="2747452" cy="1501711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>
            <a:stCxn id="25" idx="3"/>
            <a:endCxn id="4" idx="3"/>
          </p:cNvCxnSpPr>
          <p:nvPr userDrawn="1"/>
        </p:nvCxnSpPr>
        <p:spPr>
          <a:xfrm flipH="1">
            <a:off x="9359230" y="3482793"/>
            <a:ext cx="1984743" cy="1527148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>
            <a:endCxn id="4" idx="3"/>
          </p:cNvCxnSpPr>
          <p:nvPr userDrawn="1"/>
        </p:nvCxnSpPr>
        <p:spPr>
          <a:xfrm flipH="1">
            <a:off x="9359230" y="2839244"/>
            <a:ext cx="5209988" cy="2170697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 userDrawn="1"/>
        </p:nvCxnSpPr>
        <p:spPr>
          <a:xfrm flipH="1">
            <a:off x="9359230" y="4594402"/>
            <a:ext cx="4032448" cy="415539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/>
          <p:cNvCxnSpPr/>
          <p:nvPr userDrawn="1"/>
        </p:nvCxnSpPr>
        <p:spPr>
          <a:xfrm flipH="1" flipV="1">
            <a:off x="9359230" y="5009943"/>
            <a:ext cx="6470128" cy="1069661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 userDrawn="1"/>
        </p:nvCxnSpPr>
        <p:spPr>
          <a:xfrm flipH="1" flipV="1">
            <a:off x="9359232" y="5009940"/>
            <a:ext cx="2304254" cy="1184344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18"/>
          <p:cNvSpPr>
            <a:spLocks noGrp="1"/>
          </p:cNvSpPr>
          <p:nvPr>
            <p:ph type="body" sz="quarter" idx="21" hasCustomPrompt="1"/>
          </p:nvPr>
        </p:nvSpPr>
        <p:spPr>
          <a:xfrm>
            <a:off x="7571136" y="2332612"/>
            <a:ext cx="3156246" cy="5299487"/>
          </a:xfrm>
          <a:blipFill>
            <a:blip r:embed="rId2" cstate="print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23" hasCustomPrompt="1"/>
          </p:nvPr>
        </p:nvSpPr>
        <p:spPr>
          <a:xfrm>
            <a:off x="8069705" y="2958548"/>
            <a:ext cx="2145415" cy="3841136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190475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5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0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/>
      <p:bldP spid="29" grpId="0" animBg="1"/>
      <p:bldP spid="33" grpId="0"/>
      <p:bldP spid="36" grpId="0" animBg="1"/>
      <p:bldP spid="39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9" grpId="0" animBg="1"/>
      <p:bldP spid="60" grpId="0"/>
      <p:bldP spid="61" grpId="0" animBg="1"/>
      <p:bldP spid="62" grpId="0"/>
      <p:bldP spid="6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</p:bldLst>
  </p:timing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円/楕円 7"/>
          <p:cNvSpPr/>
          <p:nvPr userDrawn="1"/>
        </p:nvSpPr>
        <p:spPr>
          <a:xfrm>
            <a:off x="7738257" y="2983260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38" hasCustomPrompt="1"/>
          </p:nvPr>
        </p:nvSpPr>
        <p:spPr>
          <a:xfrm>
            <a:off x="8638357" y="3883360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円/楕円 9"/>
          <p:cNvSpPr/>
          <p:nvPr userDrawn="1"/>
        </p:nvSpPr>
        <p:spPr>
          <a:xfrm>
            <a:off x="5902846" y="593558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6802946" y="683568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円/楕円 13"/>
          <p:cNvSpPr/>
          <p:nvPr userDrawn="1"/>
        </p:nvSpPr>
        <p:spPr>
          <a:xfrm>
            <a:off x="9503246" y="5935588"/>
            <a:ext cx="2808312" cy="2808312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2540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40" hasCustomPrompt="1"/>
          </p:nvPr>
        </p:nvSpPr>
        <p:spPr>
          <a:xfrm>
            <a:off x="10403346" y="6835688"/>
            <a:ext cx="1008112" cy="10081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1087422" y="2335188"/>
            <a:ext cx="4320480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1087422" y="2983260"/>
            <a:ext cx="4320480" cy="187137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13103646" y="6209806"/>
            <a:ext cx="4320480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42" hasCustomPrompt="1"/>
          </p:nvPr>
        </p:nvSpPr>
        <p:spPr>
          <a:xfrm>
            <a:off x="13103646" y="6857878"/>
            <a:ext cx="4320480" cy="187137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1006302" y="4928307"/>
            <a:ext cx="4320480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1006302" y="5576379"/>
            <a:ext cx="4320480" cy="187137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cxnSp>
        <p:nvCxnSpPr>
          <p:cNvPr id="24" name="直線コネクタ 23"/>
          <p:cNvCxnSpPr/>
          <p:nvPr userDrawn="1"/>
        </p:nvCxnSpPr>
        <p:spPr>
          <a:xfrm>
            <a:off x="718270" y="5575548"/>
            <a:ext cx="4608512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stCxn id="10" idx="1"/>
          </p:cNvCxnSpPr>
          <p:nvPr userDrawn="1"/>
        </p:nvCxnSpPr>
        <p:spPr>
          <a:xfrm flipH="1" flipV="1">
            <a:off x="5326782" y="5575548"/>
            <a:ext cx="987332" cy="771308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 userDrawn="1"/>
        </p:nvCxnSpPr>
        <p:spPr>
          <a:xfrm flipH="1">
            <a:off x="11087422" y="2983260"/>
            <a:ext cx="4868548" cy="4929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stCxn id="8" idx="7"/>
          </p:cNvCxnSpPr>
          <p:nvPr userDrawn="1"/>
        </p:nvCxnSpPr>
        <p:spPr>
          <a:xfrm flipV="1">
            <a:off x="10135301" y="2988189"/>
            <a:ext cx="952121" cy="406339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14" idx="6"/>
          </p:cNvCxnSpPr>
          <p:nvPr userDrawn="1"/>
        </p:nvCxnSpPr>
        <p:spPr>
          <a:xfrm flipV="1">
            <a:off x="12311558" y="6864132"/>
            <a:ext cx="792088" cy="475612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 userDrawn="1"/>
        </p:nvCxnSpPr>
        <p:spPr>
          <a:xfrm flipH="1">
            <a:off x="13103646" y="6864132"/>
            <a:ext cx="4752527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29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5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5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/>
      <p:bldP spid="10" grpId="0" animBg="1"/>
      <p:bldP spid="12" grpId="0"/>
      <p:bldP spid="14" grpId="0" animBg="1"/>
      <p:bldP spid="15" grpId="0"/>
      <p:bldP spid="1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- 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02446" y="2695650"/>
            <a:ext cx="6192688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02446" y="3343301"/>
            <a:ext cx="6192688" cy="2160240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790278" y="2695228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1116000" y="3001263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0" name="直線コネクタ 29"/>
          <p:cNvCxnSpPr>
            <a:endCxn id="25" idx="6"/>
          </p:cNvCxnSpPr>
          <p:nvPr userDrawn="1"/>
        </p:nvCxnSpPr>
        <p:spPr>
          <a:xfrm flipH="1">
            <a:off x="2050418" y="3325298"/>
            <a:ext cx="6876764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2302446" y="6152033"/>
            <a:ext cx="6192688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2302446" y="6799684"/>
            <a:ext cx="6192688" cy="2160240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90278" y="6151611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図プレースホルダー 5"/>
          <p:cNvSpPr>
            <a:spLocks noGrp="1"/>
          </p:cNvSpPr>
          <p:nvPr>
            <p:ph type="pic" sz="quarter" idx="42" hasCustomPrompt="1"/>
          </p:nvPr>
        </p:nvSpPr>
        <p:spPr>
          <a:xfrm>
            <a:off x="1116000" y="6457646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7" name="直線コネクタ 36"/>
          <p:cNvCxnSpPr>
            <a:endCxn id="34" idx="6"/>
          </p:cNvCxnSpPr>
          <p:nvPr userDrawn="1"/>
        </p:nvCxnSpPr>
        <p:spPr>
          <a:xfrm flipH="1">
            <a:off x="2050418" y="6781681"/>
            <a:ext cx="6876764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10943406" y="2623642"/>
            <a:ext cx="6192688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0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10943406" y="3271293"/>
            <a:ext cx="6192688" cy="2160240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1" name="円/楕円 40"/>
          <p:cNvSpPr/>
          <p:nvPr userDrawn="1"/>
        </p:nvSpPr>
        <p:spPr>
          <a:xfrm>
            <a:off x="9431238" y="262322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9756000" y="292925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3" name="直線コネクタ 42"/>
          <p:cNvCxnSpPr>
            <a:endCxn id="41" idx="6"/>
          </p:cNvCxnSpPr>
          <p:nvPr userDrawn="1"/>
        </p:nvCxnSpPr>
        <p:spPr>
          <a:xfrm flipH="1">
            <a:off x="10691378" y="3253290"/>
            <a:ext cx="6876764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プレースホルダー 11"/>
          <p:cNvSpPr>
            <a:spLocks noGrp="1"/>
          </p:cNvSpPr>
          <p:nvPr>
            <p:ph type="body" sz="quarter" idx="46" hasCustomPrompt="1"/>
          </p:nvPr>
        </p:nvSpPr>
        <p:spPr>
          <a:xfrm>
            <a:off x="10943406" y="6080025"/>
            <a:ext cx="6192688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5" name="テキスト プレースホルダー 11"/>
          <p:cNvSpPr>
            <a:spLocks noGrp="1"/>
          </p:cNvSpPr>
          <p:nvPr>
            <p:ph type="body" sz="quarter" idx="47" hasCustomPrompt="1"/>
          </p:nvPr>
        </p:nvSpPr>
        <p:spPr>
          <a:xfrm>
            <a:off x="10943406" y="6727676"/>
            <a:ext cx="6192688" cy="2160240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6" name="円/楕円 45"/>
          <p:cNvSpPr/>
          <p:nvPr userDrawn="1"/>
        </p:nvSpPr>
        <p:spPr>
          <a:xfrm>
            <a:off x="9431238" y="6079603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9756000" y="6385638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8" name="直線コネクタ 47"/>
          <p:cNvCxnSpPr>
            <a:endCxn id="46" idx="6"/>
          </p:cNvCxnSpPr>
          <p:nvPr userDrawn="1"/>
        </p:nvCxnSpPr>
        <p:spPr>
          <a:xfrm flipH="1">
            <a:off x="10691378" y="6709673"/>
            <a:ext cx="6876764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54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25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7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/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/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animBg="1"/>
      <p:bldP spid="42" grpId="0"/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animBg="1"/>
      <p:bldP spid="47" grpId="0"/>
    </p:bldLst>
  </p:timing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- 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726382" y="2767658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726382" y="3415309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934294" y="2695228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4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7270998" y="2767657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5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7270998" y="3415308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6" name="図プレースホルダー 5"/>
          <p:cNvSpPr>
            <a:spLocks noGrp="1"/>
          </p:cNvSpPr>
          <p:nvPr>
            <p:ph type="pic" sz="quarter" idx="42" hasCustomPrompt="1"/>
          </p:nvPr>
        </p:nvSpPr>
        <p:spPr>
          <a:xfrm>
            <a:off x="6478910" y="2695227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7" name="テキスト プレースホルダー 11"/>
          <p:cNvSpPr>
            <a:spLocks noGrp="1"/>
          </p:cNvSpPr>
          <p:nvPr>
            <p:ph type="body" sz="quarter" idx="43" hasCustomPrompt="1"/>
          </p:nvPr>
        </p:nvSpPr>
        <p:spPr>
          <a:xfrm>
            <a:off x="12815614" y="2767657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8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12815614" y="3415308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9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12023526" y="2695227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0" name="テキスト プレースホルダー 11"/>
          <p:cNvSpPr>
            <a:spLocks noGrp="1"/>
          </p:cNvSpPr>
          <p:nvPr>
            <p:ph type="body" sz="quarter" idx="46" hasCustomPrompt="1"/>
          </p:nvPr>
        </p:nvSpPr>
        <p:spPr>
          <a:xfrm>
            <a:off x="1726382" y="6080025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1" name="テキスト プレースホルダー 11"/>
          <p:cNvSpPr>
            <a:spLocks noGrp="1"/>
          </p:cNvSpPr>
          <p:nvPr>
            <p:ph type="body" sz="quarter" idx="47" hasCustomPrompt="1"/>
          </p:nvPr>
        </p:nvSpPr>
        <p:spPr>
          <a:xfrm>
            <a:off x="1726382" y="6727676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2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934294" y="6007595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3" name="テキスト プレースホルダー 11"/>
          <p:cNvSpPr>
            <a:spLocks noGrp="1"/>
          </p:cNvSpPr>
          <p:nvPr>
            <p:ph type="body" sz="quarter" idx="49" hasCustomPrompt="1"/>
          </p:nvPr>
        </p:nvSpPr>
        <p:spPr>
          <a:xfrm>
            <a:off x="7270998" y="6080024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4" name="テキスト プレースホルダー 11"/>
          <p:cNvSpPr>
            <a:spLocks noGrp="1"/>
          </p:cNvSpPr>
          <p:nvPr>
            <p:ph type="body" sz="quarter" idx="50" hasCustomPrompt="1"/>
          </p:nvPr>
        </p:nvSpPr>
        <p:spPr>
          <a:xfrm>
            <a:off x="7270998" y="6727675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5" name="図プレースホルダー 5"/>
          <p:cNvSpPr>
            <a:spLocks noGrp="1"/>
          </p:cNvSpPr>
          <p:nvPr>
            <p:ph type="pic" sz="quarter" idx="51" hasCustomPrompt="1"/>
          </p:nvPr>
        </p:nvSpPr>
        <p:spPr>
          <a:xfrm>
            <a:off x="6478910" y="6007594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6" name="テキスト プレースホルダー 11"/>
          <p:cNvSpPr>
            <a:spLocks noGrp="1"/>
          </p:cNvSpPr>
          <p:nvPr>
            <p:ph type="body" sz="quarter" idx="52" hasCustomPrompt="1"/>
          </p:nvPr>
        </p:nvSpPr>
        <p:spPr>
          <a:xfrm>
            <a:off x="12815614" y="6080024"/>
            <a:ext cx="4320480" cy="647650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7" name="テキスト プレースホルダー 11"/>
          <p:cNvSpPr>
            <a:spLocks noGrp="1"/>
          </p:cNvSpPr>
          <p:nvPr>
            <p:ph type="body" sz="quarter" idx="53" hasCustomPrompt="1"/>
          </p:nvPr>
        </p:nvSpPr>
        <p:spPr>
          <a:xfrm>
            <a:off x="12815614" y="6727675"/>
            <a:ext cx="4320480" cy="2160240"/>
          </a:xfrm>
        </p:spPr>
        <p:txBody>
          <a:bodyPr anchor="t">
            <a:no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8" name="図プレースホルダー 5"/>
          <p:cNvSpPr>
            <a:spLocks noGrp="1"/>
          </p:cNvSpPr>
          <p:nvPr>
            <p:ph type="pic" sz="quarter" idx="54" hasCustomPrompt="1"/>
          </p:nvPr>
        </p:nvSpPr>
        <p:spPr>
          <a:xfrm>
            <a:off x="12023526" y="6007594"/>
            <a:ext cx="811776" cy="81177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827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50"/>
                            </p:stCondLst>
                            <p:childTnLst>
                              <p:par>
                                <p:cTn id="3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250"/>
                            </p:stCondLst>
                            <p:childTnLst>
                              <p:par>
                                <p:cTn id="6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/>
      <p:bldP spid="5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/>
      <p:bldP spid="6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0"/>
      <p:bldP spid="6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8" grpId="0"/>
    </p:bldLst>
  </p:timing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8351118" y="2335188"/>
            <a:ext cx="9001000" cy="1260140"/>
          </a:xfrm>
        </p:spPr>
        <p:txBody>
          <a:bodyPr anchor="ctr">
            <a:noAutofit/>
          </a:bodyPr>
          <a:lstStyle>
            <a:lvl1pPr algn="l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7054974" y="2407196"/>
            <a:ext cx="1152128" cy="115212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39" hasCustomPrompt="1"/>
          </p:nvPr>
        </p:nvSpPr>
        <p:spPr>
          <a:xfrm>
            <a:off x="7343006" y="2695227"/>
            <a:ext cx="576065" cy="5760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8351118" y="3775348"/>
            <a:ext cx="9001000" cy="1260140"/>
          </a:xfrm>
        </p:spPr>
        <p:txBody>
          <a:bodyPr anchor="ctr">
            <a:noAutofit/>
          </a:bodyPr>
          <a:lstStyle>
            <a:lvl1pPr algn="l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7054974" y="3847356"/>
            <a:ext cx="1152128" cy="115212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図プレースホルダー 5"/>
          <p:cNvSpPr>
            <a:spLocks noGrp="1"/>
          </p:cNvSpPr>
          <p:nvPr>
            <p:ph type="pic" sz="quarter" idx="41" hasCustomPrompt="1"/>
          </p:nvPr>
        </p:nvSpPr>
        <p:spPr>
          <a:xfrm>
            <a:off x="7343006" y="4135387"/>
            <a:ext cx="576065" cy="5760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42" hasCustomPrompt="1"/>
          </p:nvPr>
        </p:nvSpPr>
        <p:spPr>
          <a:xfrm>
            <a:off x="8351118" y="5215508"/>
            <a:ext cx="9001000" cy="1260140"/>
          </a:xfrm>
        </p:spPr>
        <p:txBody>
          <a:bodyPr anchor="ctr">
            <a:noAutofit/>
          </a:bodyPr>
          <a:lstStyle>
            <a:lvl1pPr algn="l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7054974" y="5287516"/>
            <a:ext cx="1152128" cy="115212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図プレースホルダー 5"/>
          <p:cNvSpPr>
            <a:spLocks noGrp="1"/>
          </p:cNvSpPr>
          <p:nvPr>
            <p:ph type="pic" sz="quarter" idx="43" hasCustomPrompt="1"/>
          </p:nvPr>
        </p:nvSpPr>
        <p:spPr>
          <a:xfrm>
            <a:off x="7343006" y="5575547"/>
            <a:ext cx="576065" cy="5760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9" name="テキスト プレースホルダー 11"/>
          <p:cNvSpPr>
            <a:spLocks noGrp="1"/>
          </p:cNvSpPr>
          <p:nvPr>
            <p:ph type="body" sz="quarter" idx="44" hasCustomPrompt="1"/>
          </p:nvPr>
        </p:nvSpPr>
        <p:spPr>
          <a:xfrm>
            <a:off x="8351118" y="6655668"/>
            <a:ext cx="9001000" cy="1260140"/>
          </a:xfrm>
        </p:spPr>
        <p:txBody>
          <a:bodyPr anchor="ctr">
            <a:noAutofit/>
          </a:bodyPr>
          <a:lstStyle>
            <a:lvl1pPr algn="l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0" name="円/楕円 49"/>
          <p:cNvSpPr/>
          <p:nvPr userDrawn="1"/>
        </p:nvSpPr>
        <p:spPr>
          <a:xfrm>
            <a:off x="7054974" y="6727676"/>
            <a:ext cx="1152128" cy="115212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7343006" y="7015707"/>
            <a:ext cx="576065" cy="5760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2" name="テキスト プレースホルダー 11"/>
          <p:cNvSpPr>
            <a:spLocks noGrp="1"/>
          </p:cNvSpPr>
          <p:nvPr>
            <p:ph type="body" sz="quarter" idx="46" hasCustomPrompt="1"/>
          </p:nvPr>
        </p:nvSpPr>
        <p:spPr>
          <a:xfrm>
            <a:off x="8351118" y="8095828"/>
            <a:ext cx="9001000" cy="1260140"/>
          </a:xfrm>
        </p:spPr>
        <p:txBody>
          <a:bodyPr anchor="ctr">
            <a:noAutofit/>
          </a:bodyPr>
          <a:lstStyle>
            <a:lvl1pPr algn="l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3" name="円/楕円 52"/>
          <p:cNvSpPr/>
          <p:nvPr userDrawn="1"/>
        </p:nvSpPr>
        <p:spPr>
          <a:xfrm>
            <a:off x="7054974" y="8167836"/>
            <a:ext cx="1152128" cy="1152128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7343006" y="8455867"/>
            <a:ext cx="576065" cy="5760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5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862286" y="2695228"/>
            <a:ext cx="5976664" cy="6120680"/>
          </a:xfrm>
        </p:spPr>
        <p:txBody>
          <a:bodyPr anchor="ctr">
            <a:noAutofit/>
          </a:bodyPr>
          <a:lstStyle>
            <a:lvl1pPr>
              <a:lnSpc>
                <a:spcPts val="6000"/>
              </a:lnSpc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5445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5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3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5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8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/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9" grpId="0"/>
      <p:bldP spid="4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/>
      <p:bldP spid="51" grpId="0"/>
      <p:bldP spid="5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/>
      <p:bldP spid="55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円/楕円 7"/>
          <p:cNvSpPr/>
          <p:nvPr userDrawn="1"/>
        </p:nvSpPr>
        <p:spPr>
          <a:xfrm>
            <a:off x="3922766" y="409938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4248488" y="440541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2" name="テキスト プレースホルダー 7"/>
          <p:cNvSpPr>
            <a:spLocks noGrp="1"/>
          </p:cNvSpPr>
          <p:nvPr>
            <p:ph type="body" sz="quarter" idx="28" hasCustomPrompt="1"/>
          </p:nvPr>
        </p:nvSpPr>
        <p:spPr>
          <a:xfrm>
            <a:off x="1330478" y="4099384"/>
            <a:ext cx="1260000" cy="12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14" name="直線コネクタ 13"/>
          <p:cNvCxnSpPr>
            <a:stCxn id="12" idx="6"/>
            <a:endCxn id="8" idx="2"/>
          </p:cNvCxnSpPr>
          <p:nvPr userDrawn="1"/>
        </p:nvCxnSpPr>
        <p:spPr>
          <a:xfrm>
            <a:off x="2590478" y="4729384"/>
            <a:ext cx="1332288" cy="7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8" idx="6"/>
            <a:endCxn id="21" idx="2"/>
          </p:cNvCxnSpPr>
          <p:nvPr userDrawn="1"/>
        </p:nvCxnSpPr>
        <p:spPr>
          <a:xfrm flipV="1">
            <a:off x="5182906" y="4729384"/>
            <a:ext cx="1335002" cy="7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円/楕円 20"/>
          <p:cNvSpPr/>
          <p:nvPr userDrawn="1"/>
        </p:nvSpPr>
        <p:spPr>
          <a:xfrm>
            <a:off x="6517908" y="409931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図プレースホルダー 5"/>
          <p:cNvSpPr>
            <a:spLocks noGrp="1"/>
          </p:cNvSpPr>
          <p:nvPr>
            <p:ph type="pic" sz="quarter" idx="46" hasCustomPrompt="1"/>
          </p:nvPr>
        </p:nvSpPr>
        <p:spPr>
          <a:xfrm>
            <a:off x="6843630" y="440534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24" name="直線コネクタ 23"/>
          <p:cNvCxnSpPr>
            <a:stCxn id="21" idx="6"/>
            <a:endCxn id="25" idx="2"/>
          </p:cNvCxnSpPr>
          <p:nvPr userDrawn="1"/>
        </p:nvCxnSpPr>
        <p:spPr>
          <a:xfrm>
            <a:off x="7778048" y="4729384"/>
            <a:ext cx="1368152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円/楕円 24"/>
          <p:cNvSpPr/>
          <p:nvPr userDrawn="1"/>
        </p:nvSpPr>
        <p:spPr>
          <a:xfrm>
            <a:off x="9146200" y="409931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9471922" y="440534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0" name="直線コネクタ 29"/>
          <p:cNvCxnSpPr>
            <a:stCxn id="25" idx="6"/>
            <a:endCxn id="31" idx="2"/>
          </p:cNvCxnSpPr>
          <p:nvPr userDrawn="1"/>
        </p:nvCxnSpPr>
        <p:spPr>
          <a:xfrm flipV="1">
            <a:off x="10406340" y="4720993"/>
            <a:ext cx="1365298" cy="8391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円/楕円 30"/>
          <p:cNvSpPr/>
          <p:nvPr userDrawn="1"/>
        </p:nvSpPr>
        <p:spPr>
          <a:xfrm>
            <a:off x="11771638" y="4090923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12097360" y="4396958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4" name="円/楕円 33"/>
          <p:cNvSpPr/>
          <p:nvPr userDrawn="1"/>
        </p:nvSpPr>
        <p:spPr>
          <a:xfrm>
            <a:off x="5290918" y="6088065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図プレースホルダー 5"/>
          <p:cNvSpPr>
            <a:spLocks noGrp="1"/>
          </p:cNvSpPr>
          <p:nvPr>
            <p:ph type="pic" sz="quarter" idx="49" hasCustomPrompt="1"/>
          </p:nvPr>
        </p:nvSpPr>
        <p:spPr>
          <a:xfrm>
            <a:off x="5616640" y="6394100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6" name="直線コネクタ 35"/>
          <p:cNvCxnSpPr>
            <a:stCxn id="34" idx="6"/>
            <a:endCxn id="37" idx="2"/>
          </p:cNvCxnSpPr>
          <p:nvPr userDrawn="1"/>
        </p:nvCxnSpPr>
        <p:spPr>
          <a:xfrm flipV="1">
            <a:off x="6551058" y="6718065"/>
            <a:ext cx="1335002" cy="7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円/楕円 36"/>
          <p:cNvSpPr/>
          <p:nvPr userDrawn="1"/>
        </p:nvSpPr>
        <p:spPr>
          <a:xfrm>
            <a:off x="7886060" y="6087995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50" hasCustomPrompt="1"/>
          </p:nvPr>
        </p:nvSpPr>
        <p:spPr>
          <a:xfrm>
            <a:off x="8211782" y="6394030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39" name="直線コネクタ 38"/>
          <p:cNvCxnSpPr>
            <a:stCxn id="37" idx="6"/>
            <a:endCxn id="40" idx="2"/>
          </p:cNvCxnSpPr>
          <p:nvPr userDrawn="1"/>
        </p:nvCxnSpPr>
        <p:spPr>
          <a:xfrm>
            <a:off x="9146200" y="6718065"/>
            <a:ext cx="1368152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円/楕円 39"/>
          <p:cNvSpPr/>
          <p:nvPr userDrawn="1"/>
        </p:nvSpPr>
        <p:spPr>
          <a:xfrm>
            <a:off x="10514352" y="6087995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図プレースホルダー 5"/>
          <p:cNvSpPr>
            <a:spLocks noGrp="1"/>
          </p:cNvSpPr>
          <p:nvPr>
            <p:ph type="pic" sz="quarter" idx="51" hasCustomPrompt="1"/>
          </p:nvPr>
        </p:nvSpPr>
        <p:spPr>
          <a:xfrm>
            <a:off x="10840074" y="6394030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2" name="直線コネクタ 41"/>
          <p:cNvCxnSpPr>
            <a:stCxn id="40" idx="6"/>
            <a:endCxn id="43" idx="2"/>
          </p:cNvCxnSpPr>
          <p:nvPr userDrawn="1"/>
        </p:nvCxnSpPr>
        <p:spPr>
          <a:xfrm flipV="1">
            <a:off x="11774492" y="6709674"/>
            <a:ext cx="1365298" cy="8391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円/楕円 42"/>
          <p:cNvSpPr/>
          <p:nvPr userDrawn="1"/>
        </p:nvSpPr>
        <p:spPr>
          <a:xfrm>
            <a:off x="13139790" y="607960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図プレースホルダー 5"/>
          <p:cNvSpPr>
            <a:spLocks noGrp="1"/>
          </p:cNvSpPr>
          <p:nvPr>
            <p:ph type="pic" sz="quarter" idx="52" hasCustomPrompt="1"/>
          </p:nvPr>
        </p:nvSpPr>
        <p:spPr>
          <a:xfrm>
            <a:off x="13465512" y="638563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5" name="テキスト プレースホルダー 7"/>
          <p:cNvSpPr>
            <a:spLocks noGrp="1"/>
          </p:cNvSpPr>
          <p:nvPr>
            <p:ph type="body" sz="quarter" idx="53" hasCustomPrompt="1"/>
          </p:nvPr>
        </p:nvSpPr>
        <p:spPr>
          <a:xfrm>
            <a:off x="15732078" y="6079604"/>
            <a:ext cx="1260000" cy="12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/>
          <a:lstStyle>
            <a:lvl1pPr algn="ctr">
              <a:defRPr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直線コネクタ 45"/>
          <p:cNvCxnSpPr>
            <a:stCxn id="43" idx="6"/>
            <a:endCxn id="45" idx="2"/>
          </p:cNvCxnSpPr>
          <p:nvPr userDrawn="1"/>
        </p:nvCxnSpPr>
        <p:spPr>
          <a:xfrm flipV="1">
            <a:off x="14399930" y="6709604"/>
            <a:ext cx="1332148" cy="7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>
            <a:stCxn id="31" idx="6"/>
          </p:cNvCxnSpPr>
          <p:nvPr userDrawn="1"/>
        </p:nvCxnSpPr>
        <p:spPr>
          <a:xfrm>
            <a:off x="13031778" y="4720993"/>
            <a:ext cx="215884" cy="998571"/>
          </a:xfrm>
          <a:prstGeom prst="bentConnector2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グループ化 68"/>
          <p:cNvGrpSpPr/>
          <p:nvPr userDrawn="1"/>
        </p:nvGrpSpPr>
        <p:grpSpPr>
          <a:xfrm>
            <a:off x="3409429" y="2695228"/>
            <a:ext cx="2277393" cy="1301110"/>
            <a:chOff x="3409429" y="2695228"/>
            <a:chExt cx="2277393" cy="1301110"/>
          </a:xfrm>
        </p:grpSpPr>
        <p:sp>
          <p:nvSpPr>
            <p:cNvPr id="66" name="正方形/長方形 65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二等辺三角形 67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1" name="テキスト プレースホルダー 70"/>
          <p:cNvSpPr>
            <a:spLocks noGrp="1"/>
          </p:cNvSpPr>
          <p:nvPr>
            <p:ph type="body" sz="quarter" idx="54" hasCustomPrompt="1"/>
          </p:nvPr>
        </p:nvSpPr>
        <p:spPr>
          <a:xfrm>
            <a:off x="3526582" y="2814092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72" name="グループ化 71"/>
          <p:cNvGrpSpPr/>
          <p:nvPr userDrawn="1"/>
        </p:nvGrpSpPr>
        <p:grpSpPr>
          <a:xfrm>
            <a:off x="6009281" y="2695228"/>
            <a:ext cx="2277393" cy="1301110"/>
            <a:chOff x="3409429" y="2695228"/>
            <a:chExt cx="2277393" cy="1301110"/>
          </a:xfrm>
        </p:grpSpPr>
        <p:sp>
          <p:nvSpPr>
            <p:cNvPr id="73" name="正方形/長方形 72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二等辺三角形 73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5" name="テキスト プレースホルダー 70"/>
          <p:cNvSpPr>
            <a:spLocks noGrp="1"/>
          </p:cNvSpPr>
          <p:nvPr>
            <p:ph type="body" sz="quarter" idx="55" hasCustomPrompt="1"/>
          </p:nvPr>
        </p:nvSpPr>
        <p:spPr>
          <a:xfrm>
            <a:off x="6126434" y="2814092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76" name="グループ化 75"/>
          <p:cNvGrpSpPr/>
          <p:nvPr userDrawn="1"/>
        </p:nvGrpSpPr>
        <p:grpSpPr>
          <a:xfrm>
            <a:off x="8651005" y="2690262"/>
            <a:ext cx="2277393" cy="1301110"/>
            <a:chOff x="3409429" y="2695228"/>
            <a:chExt cx="2277393" cy="1301110"/>
          </a:xfrm>
        </p:grpSpPr>
        <p:sp>
          <p:nvSpPr>
            <p:cNvPr id="77" name="正方形/長方形 76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二等辺三角形 77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9" name="テキスト プレースホルダー 70"/>
          <p:cNvSpPr>
            <a:spLocks noGrp="1"/>
          </p:cNvSpPr>
          <p:nvPr>
            <p:ph type="body" sz="quarter" idx="56" hasCustomPrompt="1"/>
          </p:nvPr>
        </p:nvSpPr>
        <p:spPr>
          <a:xfrm>
            <a:off x="8768158" y="2809126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80" name="グループ化 79"/>
          <p:cNvGrpSpPr/>
          <p:nvPr userDrawn="1"/>
        </p:nvGrpSpPr>
        <p:grpSpPr>
          <a:xfrm>
            <a:off x="11276443" y="2690262"/>
            <a:ext cx="2277393" cy="1301110"/>
            <a:chOff x="3409429" y="2695228"/>
            <a:chExt cx="2277393" cy="1301110"/>
          </a:xfrm>
        </p:grpSpPr>
        <p:sp>
          <p:nvSpPr>
            <p:cNvPr id="81" name="正方形/長方形 80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二等辺三角形 81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3" name="テキスト プレースホルダー 70"/>
          <p:cNvSpPr>
            <a:spLocks noGrp="1"/>
          </p:cNvSpPr>
          <p:nvPr>
            <p:ph type="body" sz="quarter" idx="57" hasCustomPrompt="1"/>
          </p:nvPr>
        </p:nvSpPr>
        <p:spPr>
          <a:xfrm>
            <a:off x="11393596" y="2809126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84" name="グループ化 83"/>
          <p:cNvGrpSpPr/>
          <p:nvPr userDrawn="1"/>
        </p:nvGrpSpPr>
        <p:grpSpPr>
          <a:xfrm rot="10800000">
            <a:off x="4782291" y="7524730"/>
            <a:ext cx="2277393" cy="1301110"/>
            <a:chOff x="3409429" y="2695228"/>
            <a:chExt cx="2277393" cy="1301110"/>
          </a:xfrm>
        </p:grpSpPr>
        <p:sp>
          <p:nvSpPr>
            <p:cNvPr id="85" name="正方形/長方形 84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二等辺三角形 85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7" name="テキスト プレースホルダー 70"/>
          <p:cNvSpPr>
            <a:spLocks noGrp="1"/>
          </p:cNvSpPr>
          <p:nvPr>
            <p:ph type="body" sz="quarter" idx="58" hasCustomPrompt="1"/>
          </p:nvPr>
        </p:nvSpPr>
        <p:spPr>
          <a:xfrm>
            <a:off x="4899444" y="7926660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88" name="グループ化 87"/>
          <p:cNvGrpSpPr/>
          <p:nvPr userDrawn="1"/>
        </p:nvGrpSpPr>
        <p:grpSpPr>
          <a:xfrm rot="10800000">
            <a:off x="7382143" y="7524730"/>
            <a:ext cx="2277393" cy="1301110"/>
            <a:chOff x="3409429" y="2695228"/>
            <a:chExt cx="2277393" cy="1301110"/>
          </a:xfrm>
        </p:grpSpPr>
        <p:sp>
          <p:nvSpPr>
            <p:cNvPr id="89" name="正方形/長方形 88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二等辺三角形 89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1" name="テキスト プレースホルダー 70"/>
          <p:cNvSpPr>
            <a:spLocks noGrp="1"/>
          </p:cNvSpPr>
          <p:nvPr>
            <p:ph type="body" sz="quarter" idx="59" hasCustomPrompt="1"/>
          </p:nvPr>
        </p:nvSpPr>
        <p:spPr>
          <a:xfrm>
            <a:off x="7499296" y="7926660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92" name="グループ化 91"/>
          <p:cNvGrpSpPr/>
          <p:nvPr userDrawn="1"/>
        </p:nvGrpSpPr>
        <p:grpSpPr>
          <a:xfrm rot="10800000">
            <a:off x="10023867" y="7519764"/>
            <a:ext cx="2277393" cy="1301110"/>
            <a:chOff x="3409429" y="2695228"/>
            <a:chExt cx="2277393" cy="1301110"/>
          </a:xfrm>
        </p:grpSpPr>
        <p:sp>
          <p:nvSpPr>
            <p:cNvPr id="93" name="正方形/長方形 92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二等辺三角形 93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5" name="テキスト プレースホルダー 70"/>
          <p:cNvSpPr>
            <a:spLocks noGrp="1"/>
          </p:cNvSpPr>
          <p:nvPr>
            <p:ph type="body" sz="quarter" idx="60" hasCustomPrompt="1"/>
          </p:nvPr>
        </p:nvSpPr>
        <p:spPr>
          <a:xfrm>
            <a:off x="10141020" y="7921694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grpSp>
        <p:nvGrpSpPr>
          <p:cNvPr id="96" name="グループ化 95"/>
          <p:cNvGrpSpPr/>
          <p:nvPr userDrawn="1"/>
        </p:nvGrpSpPr>
        <p:grpSpPr>
          <a:xfrm rot="10800000">
            <a:off x="12649305" y="7519764"/>
            <a:ext cx="2277393" cy="1301110"/>
            <a:chOff x="3409429" y="2695228"/>
            <a:chExt cx="2277393" cy="1301110"/>
          </a:xfrm>
        </p:grpSpPr>
        <p:sp>
          <p:nvSpPr>
            <p:cNvPr id="97" name="正方形/長方形 96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二等辺三角形 97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9" name="テキスト プレースホルダー 70"/>
          <p:cNvSpPr>
            <a:spLocks noGrp="1"/>
          </p:cNvSpPr>
          <p:nvPr>
            <p:ph type="body" sz="quarter" idx="61" hasCustomPrompt="1"/>
          </p:nvPr>
        </p:nvSpPr>
        <p:spPr>
          <a:xfrm>
            <a:off x="12766458" y="7921694"/>
            <a:ext cx="2016224" cy="817240"/>
          </a:xfrm>
        </p:spPr>
        <p:txBody>
          <a:bodyPr anchor="ctr"/>
          <a:lstStyle>
            <a:lvl1pPr algn="ctr">
              <a:lnSpc>
                <a:spcPts val="2000"/>
              </a:lnSpc>
              <a:defRPr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TEXT</a:t>
            </a:r>
          </a:p>
        </p:txBody>
      </p:sp>
      <p:cxnSp>
        <p:nvCxnSpPr>
          <p:cNvPr id="102" name="直線コネクタ 101"/>
          <p:cNvCxnSpPr/>
          <p:nvPr userDrawn="1"/>
        </p:nvCxnSpPr>
        <p:spPr>
          <a:xfrm flipH="1">
            <a:off x="4782290" y="5719564"/>
            <a:ext cx="8465372" cy="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48"/>
          <p:cNvCxnSpPr>
            <a:endCxn id="34" idx="2"/>
          </p:cNvCxnSpPr>
          <p:nvPr userDrawn="1"/>
        </p:nvCxnSpPr>
        <p:spPr>
          <a:xfrm rot="16200000" flipH="1">
            <a:off x="4537319" y="5964535"/>
            <a:ext cx="998571" cy="508628"/>
          </a:xfrm>
          <a:prstGeom prst="bentConnector2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5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25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75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25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6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6750"/>
                            </p:stCondLst>
                            <p:childTnLst>
                              <p:par>
                                <p:cTn id="1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8000"/>
                            </p:stCondLst>
                            <p:childTnLst>
                              <p:par>
                                <p:cTn id="15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8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9250"/>
                            </p:stCondLst>
                            <p:childTnLst>
                              <p:par>
                                <p:cTn id="17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975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500"/>
                            </p:stCondLst>
                            <p:childTnLst>
                              <p:par>
                                <p:cTn id="20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4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175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225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/>
      <p:bldP spid="12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/>
      <p:bldP spid="25" grpId="0" animBg="1"/>
      <p:bldP spid="26" grpId="0"/>
      <p:bldP spid="31" grpId="0" animBg="1"/>
      <p:bldP spid="32" grpId="0"/>
      <p:bldP spid="34" grpId="0" animBg="1"/>
      <p:bldP spid="35" grpId="0"/>
      <p:bldP spid="37" grpId="0" animBg="1"/>
      <p:bldP spid="38" grpId="0"/>
      <p:bldP spid="40" grpId="0" animBg="1"/>
      <p:bldP spid="41" grpId="0"/>
      <p:bldP spid="43" grpId="0" animBg="1"/>
      <p:bldP spid="44" grpId="0"/>
      <p:bldP spid="45" grpId="0" build="allAtOnce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3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1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4" name="山形 3"/>
          <p:cNvSpPr/>
          <p:nvPr userDrawn="1"/>
        </p:nvSpPr>
        <p:spPr>
          <a:xfrm>
            <a:off x="1006302" y="5503540"/>
            <a:ext cx="4104456" cy="432048"/>
          </a:xfrm>
          <a:prstGeom prst="chevron">
            <a:avLst/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山形 9"/>
          <p:cNvSpPr/>
          <p:nvPr userDrawn="1"/>
        </p:nvSpPr>
        <p:spPr>
          <a:xfrm>
            <a:off x="5060990" y="5503540"/>
            <a:ext cx="4104456" cy="432048"/>
          </a:xfrm>
          <a:prstGeom prst="chevron">
            <a:avLst/>
          </a:prstGeom>
          <a:solidFill>
            <a:srgbClr val="FFFFFF">
              <a:alpha val="2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山形 11"/>
          <p:cNvSpPr/>
          <p:nvPr userDrawn="1"/>
        </p:nvSpPr>
        <p:spPr>
          <a:xfrm>
            <a:off x="9120966" y="5503540"/>
            <a:ext cx="4104456" cy="432048"/>
          </a:xfrm>
          <a:prstGeom prst="chevron">
            <a:avLst/>
          </a:prstGeom>
          <a:solidFill>
            <a:srgbClr val="FFFFFF">
              <a:alpha val="3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山形 12"/>
          <p:cNvSpPr/>
          <p:nvPr userDrawn="1"/>
        </p:nvSpPr>
        <p:spPr>
          <a:xfrm>
            <a:off x="13175654" y="5503540"/>
            <a:ext cx="4104456" cy="432048"/>
          </a:xfrm>
          <a:prstGeom prst="chevron">
            <a:avLst/>
          </a:prstGeom>
          <a:solidFill>
            <a:srgbClr val="FFFFFF">
              <a:alpha val="4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46" hasCustomPrompt="1"/>
          </p:nvPr>
        </p:nvSpPr>
        <p:spPr>
          <a:xfrm>
            <a:off x="11699490" y="6583660"/>
            <a:ext cx="862270" cy="8622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47" hasCustomPrompt="1"/>
          </p:nvPr>
        </p:nvSpPr>
        <p:spPr>
          <a:xfrm>
            <a:off x="12563586" y="6727676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48" hasCustomPrompt="1"/>
          </p:nvPr>
        </p:nvSpPr>
        <p:spPr>
          <a:xfrm>
            <a:off x="12563586" y="7303740"/>
            <a:ext cx="4932548" cy="1512168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49" hasCustomPrompt="1"/>
          </p:nvPr>
        </p:nvSpPr>
        <p:spPr>
          <a:xfrm>
            <a:off x="8819170" y="2767236"/>
            <a:ext cx="862270" cy="8622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50" hasCustomPrompt="1"/>
          </p:nvPr>
        </p:nvSpPr>
        <p:spPr>
          <a:xfrm>
            <a:off x="9683266" y="2911252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51" hasCustomPrompt="1"/>
          </p:nvPr>
        </p:nvSpPr>
        <p:spPr>
          <a:xfrm>
            <a:off x="9683266" y="3487316"/>
            <a:ext cx="4932548" cy="1512168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図プレースホルダー 5"/>
          <p:cNvSpPr>
            <a:spLocks noGrp="1"/>
          </p:cNvSpPr>
          <p:nvPr>
            <p:ph type="pic" sz="quarter" idx="52" hasCustomPrompt="1"/>
          </p:nvPr>
        </p:nvSpPr>
        <p:spPr>
          <a:xfrm>
            <a:off x="4246662" y="6583660"/>
            <a:ext cx="862270" cy="8622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53" hasCustomPrompt="1"/>
          </p:nvPr>
        </p:nvSpPr>
        <p:spPr>
          <a:xfrm>
            <a:off x="5110758" y="6727676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54" hasCustomPrompt="1"/>
          </p:nvPr>
        </p:nvSpPr>
        <p:spPr>
          <a:xfrm>
            <a:off x="5110758" y="7303740"/>
            <a:ext cx="4932548" cy="1512168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図プレースホルダー 5"/>
          <p:cNvSpPr>
            <a:spLocks noGrp="1"/>
          </p:cNvSpPr>
          <p:nvPr>
            <p:ph type="pic" sz="quarter" idx="55" hasCustomPrompt="1"/>
          </p:nvPr>
        </p:nvSpPr>
        <p:spPr>
          <a:xfrm>
            <a:off x="2050418" y="2767236"/>
            <a:ext cx="862270" cy="8622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56" hasCustomPrompt="1"/>
          </p:nvPr>
        </p:nvSpPr>
        <p:spPr>
          <a:xfrm>
            <a:off x="2914514" y="2911252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57" hasCustomPrompt="1"/>
          </p:nvPr>
        </p:nvSpPr>
        <p:spPr>
          <a:xfrm>
            <a:off x="2914514" y="3487316"/>
            <a:ext cx="4932548" cy="1512168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cxnSp>
        <p:nvCxnSpPr>
          <p:cNvPr id="7" name="カギ線コネクタ 6"/>
          <p:cNvCxnSpPr>
            <a:stCxn id="4" idx="0"/>
            <a:endCxn id="43" idx="1"/>
          </p:cNvCxnSpPr>
          <p:nvPr userDrawn="1"/>
        </p:nvCxnSpPr>
        <p:spPr>
          <a:xfrm rot="16200000" flipV="1">
            <a:off x="1293878" y="3846900"/>
            <a:ext cx="2305169" cy="1008112"/>
          </a:xfrm>
          <a:prstGeom prst="bentConnector4">
            <a:avLst>
              <a:gd name="adj1" fmla="val 11875"/>
              <a:gd name="adj2" fmla="val 215533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/>
          <p:cNvCxnSpPr>
            <a:stCxn id="12" idx="0"/>
            <a:endCxn id="48" idx="1"/>
          </p:cNvCxnSpPr>
          <p:nvPr userDrawn="1"/>
        </p:nvCxnSpPr>
        <p:spPr>
          <a:xfrm rot="16200000" flipV="1">
            <a:off x="8735814" y="3174172"/>
            <a:ext cx="2308904" cy="2349832"/>
          </a:xfrm>
          <a:prstGeom prst="bentConnector4">
            <a:avLst>
              <a:gd name="adj1" fmla="val 12600"/>
              <a:gd name="adj2" fmla="val 109728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32"/>
          <p:cNvCxnSpPr>
            <a:stCxn id="10" idx="2"/>
            <a:endCxn id="50" idx="1"/>
          </p:cNvCxnSpPr>
          <p:nvPr userDrawn="1"/>
        </p:nvCxnSpPr>
        <p:spPr>
          <a:xfrm rot="5400000">
            <a:off x="5052423" y="5062011"/>
            <a:ext cx="1079207" cy="2826360"/>
          </a:xfrm>
          <a:prstGeom prst="bentConnector4">
            <a:avLst>
              <a:gd name="adj1" fmla="val 43501"/>
              <a:gd name="adj2" fmla="val 108088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カギ線コネクタ 36"/>
          <p:cNvCxnSpPr>
            <a:stCxn id="13" idx="2"/>
            <a:endCxn id="52" idx="1"/>
          </p:cNvCxnSpPr>
          <p:nvPr userDrawn="1"/>
        </p:nvCxnSpPr>
        <p:spPr>
          <a:xfrm rot="5400000">
            <a:off x="12818167" y="4713091"/>
            <a:ext cx="1079207" cy="3524200"/>
          </a:xfrm>
          <a:prstGeom prst="bentConnector4">
            <a:avLst>
              <a:gd name="adj1" fmla="val 43501"/>
              <a:gd name="adj2" fmla="val 106487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 userDrawn="1"/>
        </p:nvSpPr>
        <p:spPr>
          <a:xfrm>
            <a:off x="1942406" y="3054355"/>
            <a:ext cx="288032" cy="288032"/>
          </a:xfrm>
          <a:prstGeom prst="rect">
            <a:avLst/>
          </a:prstGeom>
          <a:noFill/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715350" y="3054355"/>
            <a:ext cx="283840" cy="280561"/>
          </a:xfrm>
          <a:prstGeom prst="rect">
            <a:avLst/>
          </a:prstGeom>
          <a:noFill/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4178846" y="6874514"/>
            <a:ext cx="283840" cy="280561"/>
          </a:xfrm>
          <a:prstGeom prst="rect">
            <a:avLst/>
          </a:prstGeom>
          <a:noFill/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11595670" y="6874514"/>
            <a:ext cx="283840" cy="280561"/>
          </a:xfrm>
          <a:prstGeom prst="rect">
            <a:avLst/>
          </a:prstGeom>
          <a:noFill/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7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25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7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animBg="1"/>
      <p:bldP spid="10" grpId="0" animBg="1"/>
      <p:bldP spid="12" grpId="0" animBg="1"/>
      <p:bldP spid="13" grpId="0" animBg="1"/>
      <p:bldP spid="18" grpId="0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/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/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4" name="円/楕円 13"/>
          <p:cNvSpPr/>
          <p:nvPr userDrawn="1"/>
        </p:nvSpPr>
        <p:spPr>
          <a:xfrm>
            <a:off x="8531138" y="2407196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8856860" y="2713231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円/楕円 15"/>
          <p:cNvSpPr/>
          <p:nvPr userDrawn="1"/>
        </p:nvSpPr>
        <p:spPr>
          <a:xfrm>
            <a:off x="8531138" y="805982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46" hasCustomPrompt="1"/>
          </p:nvPr>
        </p:nvSpPr>
        <p:spPr>
          <a:xfrm>
            <a:off x="8856860" y="836585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19" name="直線コネクタ 18"/>
          <p:cNvCxnSpPr>
            <a:stCxn id="16" idx="0"/>
            <a:endCxn id="14" idx="4"/>
          </p:cNvCxnSpPr>
          <p:nvPr userDrawn="1"/>
        </p:nvCxnSpPr>
        <p:spPr>
          <a:xfrm flipV="1">
            <a:off x="9161208" y="3667336"/>
            <a:ext cx="0" cy="4392488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/楕円 29"/>
          <p:cNvSpPr/>
          <p:nvPr userDrawn="1"/>
        </p:nvSpPr>
        <p:spPr>
          <a:xfrm>
            <a:off x="6010858" y="388336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6336580" y="418939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円/楕円 34"/>
          <p:cNvSpPr/>
          <p:nvPr userDrawn="1"/>
        </p:nvSpPr>
        <p:spPr>
          <a:xfrm>
            <a:off x="6010858" y="6583660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6336580" y="6889695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7" name="円/楕円 36"/>
          <p:cNvSpPr/>
          <p:nvPr userDrawn="1"/>
        </p:nvSpPr>
        <p:spPr>
          <a:xfrm>
            <a:off x="11087422" y="389576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49" hasCustomPrompt="1"/>
          </p:nvPr>
        </p:nvSpPr>
        <p:spPr>
          <a:xfrm>
            <a:off x="11413144" y="420179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9" name="円/楕円 38"/>
          <p:cNvSpPr/>
          <p:nvPr userDrawn="1"/>
        </p:nvSpPr>
        <p:spPr>
          <a:xfrm>
            <a:off x="11087422" y="6596064"/>
            <a:ext cx="1260140" cy="1260140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図プレースホルダー 5"/>
          <p:cNvSpPr>
            <a:spLocks noGrp="1"/>
          </p:cNvSpPr>
          <p:nvPr>
            <p:ph type="pic" sz="quarter" idx="50" hasCustomPrompt="1"/>
          </p:nvPr>
        </p:nvSpPr>
        <p:spPr>
          <a:xfrm>
            <a:off x="11413144" y="6902099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cxnSp>
        <p:nvCxnSpPr>
          <p:cNvPr id="42" name="直線コネクタ 41"/>
          <p:cNvCxnSpPr/>
          <p:nvPr userDrawn="1"/>
        </p:nvCxnSpPr>
        <p:spPr>
          <a:xfrm>
            <a:off x="7270998" y="4783460"/>
            <a:ext cx="3816424" cy="216024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 flipH="1">
            <a:off x="7270998" y="4783460"/>
            <a:ext cx="3816424" cy="2160240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円/楕円 9"/>
          <p:cNvSpPr/>
          <p:nvPr userDrawn="1"/>
        </p:nvSpPr>
        <p:spPr>
          <a:xfrm>
            <a:off x="7379803" y="4064173"/>
            <a:ext cx="3599607" cy="3599607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8425" cmpd="thinThick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7523026" y="5288607"/>
            <a:ext cx="3312368" cy="1296144"/>
          </a:xfrm>
        </p:spPr>
        <p:txBody>
          <a:bodyPr anchor="ctr">
            <a:noAutofit/>
          </a:bodyPr>
          <a:lstStyle>
            <a:lvl1pPr algn="ctr">
              <a:lnSpc>
                <a:spcPts val="4500"/>
              </a:lnSpc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</a:t>
            </a:r>
            <a:br>
              <a:rPr lang="en-US" altLang="ja-JP" dirty="0"/>
            </a:br>
            <a:r>
              <a:rPr lang="en-US" altLang="ja-JP" dirty="0"/>
              <a:t>TEXT</a:t>
            </a:r>
          </a:p>
        </p:txBody>
      </p:sp>
      <p:sp>
        <p:nvSpPr>
          <p:cNvPr id="54" name="テキスト プレースホルダー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331338" y="2263180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5" name="テキスト プレースホルダー 11"/>
          <p:cNvSpPr>
            <a:spLocks noGrp="1"/>
          </p:cNvSpPr>
          <p:nvPr>
            <p:ph type="body" sz="quarter" idx="57" hasCustomPrompt="1"/>
          </p:nvPr>
        </p:nvSpPr>
        <p:spPr>
          <a:xfrm>
            <a:off x="10331338" y="2839244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6" name="テキスト プレースホルダー 11"/>
          <p:cNvSpPr>
            <a:spLocks noGrp="1"/>
          </p:cNvSpPr>
          <p:nvPr>
            <p:ph type="body" sz="quarter" idx="58" hasCustomPrompt="1"/>
          </p:nvPr>
        </p:nvSpPr>
        <p:spPr>
          <a:xfrm>
            <a:off x="12851618" y="3769169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7" name="テキスト プレースホルダー 11"/>
          <p:cNvSpPr>
            <a:spLocks noGrp="1"/>
          </p:cNvSpPr>
          <p:nvPr>
            <p:ph type="body" sz="quarter" idx="59" hasCustomPrompt="1"/>
          </p:nvPr>
        </p:nvSpPr>
        <p:spPr>
          <a:xfrm>
            <a:off x="12851618" y="4345233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8" name="テキスト プレースホルダー 11"/>
          <p:cNvSpPr>
            <a:spLocks noGrp="1"/>
          </p:cNvSpPr>
          <p:nvPr>
            <p:ph type="body" sz="quarter" idx="60" hasCustomPrompt="1"/>
          </p:nvPr>
        </p:nvSpPr>
        <p:spPr>
          <a:xfrm>
            <a:off x="12851618" y="6511652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59" name="テキスト プレースホルダー 11"/>
          <p:cNvSpPr>
            <a:spLocks noGrp="1"/>
          </p:cNvSpPr>
          <p:nvPr>
            <p:ph type="body" sz="quarter" idx="61" hasCustomPrompt="1"/>
          </p:nvPr>
        </p:nvSpPr>
        <p:spPr>
          <a:xfrm>
            <a:off x="12851618" y="7087716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0" name="テキスト プレースホルダー 11"/>
          <p:cNvSpPr>
            <a:spLocks noGrp="1"/>
          </p:cNvSpPr>
          <p:nvPr>
            <p:ph type="body" sz="quarter" idx="62" hasCustomPrompt="1"/>
          </p:nvPr>
        </p:nvSpPr>
        <p:spPr>
          <a:xfrm>
            <a:off x="646262" y="3769169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1" name="テキスト プレースホルダー 11"/>
          <p:cNvSpPr>
            <a:spLocks noGrp="1"/>
          </p:cNvSpPr>
          <p:nvPr>
            <p:ph type="body" sz="quarter" idx="63" hasCustomPrompt="1"/>
          </p:nvPr>
        </p:nvSpPr>
        <p:spPr>
          <a:xfrm>
            <a:off x="646262" y="4345233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2" name="テキスト プレースホルダー 11"/>
          <p:cNvSpPr>
            <a:spLocks noGrp="1"/>
          </p:cNvSpPr>
          <p:nvPr>
            <p:ph type="body" sz="quarter" idx="64" hasCustomPrompt="1"/>
          </p:nvPr>
        </p:nvSpPr>
        <p:spPr>
          <a:xfrm>
            <a:off x="646262" y="6067246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3" name="テキスト プレースホルダー 11"/>
          <p:cNvSpPr>
            <a:spLocks noGrp="1"/>
          </p:cNvSpPr>
          <p:nvPr>
            <p:ph type="body" sz="quarter" idx="65" hasCustomPrompt="1"/>
          </p:nvPr>
        </p:nvSpPr>
        <p:spPr>
          <a:xfrm>
            <a:off x="646262" y="6643310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4" name="テキスト プレースホルダー 11"/>
          <p:cNvSpPr>
            <a:spLocks noGrp="1"/>
          </p:cNvSpPr>
          <p:nvPr>
            <p:ph type="body" sz="quarter" idx="66" hasCustomPrompt="1"/>
          </p:nvPr>
        </p:nvSpPr>
        <p:spPr>
          <a:xfrm>
            <a:off x="3238550" y="8009157"/>
            <a:ext cx="4932548" cy="6476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5" name="テキスト プレースホルダー 11"/>
          <p:cNvSpPr>
            <a:spLocks noGrp="1"/>
          </p:cNvSpPr>
          <p:nvPr>
            <p:ph type="body" sz="quarter" idx="67" hasCustomPrompt="1"/>
          </p:nvPr>
        </p:nvSpPr>
        <p:spPr>
          <a:xfrm>
            <a:off x="3238550" y="8585221"/>
            <a:ext cx="4932548" cy="876454"/>
          </a:xfrm>
        </p:spPr>
        <p:txBody>
          <a:bodyPr anchor="t">
            <a:noAutofit/>
          </a:bodyPr>
          <a:lstStyle>
            <a:lvl1pPr algn="l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cxnSp>
        <p:nvCxnSpPr>
          <p:cNvPr id="67" name="直線コネクタ 66"/>
          <p:cNvCxnSpPr>
            <a:stCxn id="14" idx="6"/>
            <a:endCxn id="54" idx="1"/>
          </p:cNvCxnSpPr>
          <p:nvPr userDrawn="1"/>
        </p:nvCxnSpPr>
        <p:spPr>
          <a:xfrm flipV="1">
            <a:off x="9791278" y="2587005"/>
            <a:ext cx="540060" cy="450261"/>
          </a:xfrm>
          <a:prstGeom prst="bentConnector3">
            <a:avLst>
              <a:gd name="adj1" fmla="val 50000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6"/>
          <p:cNvCxnSpPr>
            <a:stCxn id="37" idx="6"/>
            <a:endCxn id="56" idx="1"/>
          </p:cNvCxnSpPr>
          <p:nvPr userDrawn="1"/>
        </p:nvCxnSpPr>
        <p:spPr>
          <a:xfrm flipV="1">
            <a:off x="12347562" y="4092994"/>
            <a:ext cx="504056" cy="432840"/>
          </a:xfrm>
          <a:prstGeom prst="bentConnector3">
            <a:avLst>
              <a:gd name="adj1" fmla="val 50000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66"/>
          <p:cNvCxnSpPr>
            <a:stCxn id="30" idx="0"/>
            <a:endCxn id="60" idx="1"/>
          </p:cNvCxnSpPr>
          <p:nvPr userDrawn="1"/>
        </p:nvCxnSpPr>
        <p:spPr>
          <a:xfrm rot="16200000" flipH="1" flipV="1">
            <a:off x="3538778" y="990844"/>
            <a:ext cx="209634" cy="5994666"/>
          </a:xfrm>
          <a:prstGeom prst="bentConnector4">
            <a:avLst>
              <a:gd name="adj1" fmla="val -163519"/>
              <a:gd name="adj2" fmla="val 103813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66"/>
          <p:cNvCxnSpPr>
            <a:stCxn id="39" idx="6"/>
            <a:endCxn id="58" idx="1"/>
          </p:cNvCxnSpPr>
          <p:nvPr userDrawn="1"/>
        </p:nvCxnSpPr>
        <p:spPr>
          <a:xfrm flipV="1">
            <a:off x="12347562" y="6835477"/>
            <a:ext cx="504056" cy="390657"/>
          </a:xfrm>
          <a:prstGeom prst="bentConnector3">
            <a:avLst>
              <a:gd name="adj1" fmla="val 50000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66"/>
          <p:cNvCxnSpPr>
            <a:stCxn id="35" idx="0"/>
            <a:endCxn id="62" idx="1"/>
          </p:cNvCxnSpPr>
          <p:nvPr userDrawn="1"/>
        </p:nvCxnSpPr>
        <p:spPr>
          <a:xfrm rot="16200000" flipV="1">
            <a:off x="3547301" y="3490033"/>
            <a:ext cx="192589" cy="5994666"/>
          </a:xfrm>
          <a:prstGeom prst="bentConnector4">
            <a:avLst>
              <a:gd name="adj1" fmla="val 386841"/>
              <a:gd name="adj2" fmla="val 103813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66"/>
          <p:cNvCxnSpPr>
            <a:stCxn id="16" idx="1"/>
            <a:endCxn id="64" idx="1"/>
          </p:cNvCxnSpPr>
          <p:nvPr userDrawn="1"/>
        </p:nvCxnSpPr>
        <p:spPr>
          <a:xfrm rot="16200000" flipH="1" flipV="1">
            <a:off x="5932808" y="5550108"/>
            <a:ext cx="88615" cy="5477131"/>
          </a:xfrm>
          <a:prstGeom prst="bentConnector4">
            <a:avLst>
              <a:gd name="adj1" fmla="val -292087"/>
              <a:gd name="adj2" fmla="val 104174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0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75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25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25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750"/>
                            </p:stCondLst>
                            <p:childTnLst>
                              <p:par>
                                <p:cTn id="136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5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7000"/>
                            </p:stCondLst>
                            <p:childTnLst>
                              <p:par>
                                <p:cTn id="147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775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8250"/>
                            </p:stCondLst>
                            <p:childTnLst>
                              <p:par>
                                <p:cTn id="158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9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/>
      <p:bldP spid="16" grpId="0" animBg="1"/>
      <p:bldP spid="18" grpId="0"/>
      <p:bldP spid="30" grpId="0" animBg="1"/>
      <p:bldP spid="31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10" grpId="0" animBg="1"/>
      <p:bldP spid="1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 - N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2" name="環状矢印 11"/>
          <p:cNvSpPr/>
          <p:nvPr userDrawn="1"/>
        </p:nvSpPr>
        <p:spPr>
          <a:xfrm>
            <a:off x="6136157" y="2821692"/>
            <a:ext cx="5904656" cy="5904656"/>
          </a:xfrm>
          <a:prstGeom prst="circularArrow">
            <a:avLst>
              <a:gd name="adj1" fmla="val 7904"/>
              <a:gd name="adj2" fmla="val 1116539"/>
              <a:gd name="adj3" fmla="val 15192833"/>
              <a:gd name="adj4" fmla="val 10800000"/>
              <a:gd name="adj5" fmla="val 11694"/>
            </a:avLst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環状矢印 13"/>
          <p:cNvSpPr/>
          <p:nvPr userDrawn="1"/>
        </p:nvSpPr>
        <p:spPr>
          <a:xfrm rot="5400000">
            <a:off x="6190878" y="2748915"/>
            <a:ext cx="5904656" cy="5904656"/>
          </a:xfrm>
          <a:prstGeom prst="circularArrow">
            <a:avLst>
              <a:gd name="adj1" fmla="val 7904"/>
              <a:gd name="adj2" fmla="val 1116539"/>
              <a:gd name="adj3" fmla="val 15192833"/>
              <a:gd name="adj4" fmla="val 10800000"/>
              <a:gd name="adj5" fmla="val 11694"/>
            </a:avLst>
          </a:prstGeom>
          <a:solidFill>
            <a:srgbClr val="FFFFFF">
              <a:alpha val="2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環状矢印 14"/>
          <p:cNvSpPr/>
          <p:nvPr userDrawn="1"/>
        </p:nvSpPr>
        <p:spPr>
          <a:xfrm rot="10800000">
            <a:off x="6280966" y="2839244"/>
            <a:ext cx="5904656" cy="5904656"/>
          </a:xfrm>
          <a:prstGeom prst="circularArrow">
            <a:avLst>
              <a:gd name="adj1" fmla="val 7904"/>
              <a:gd name="adj2" fmla="val 1116539"/>
              <a:gd name="adj3" fmla="val 15192833"/>
              <a:gd name="adj4" fmla="val 10800000"/>
              <a:gd name="adj5" fmla="val 11694"/>
            </a:avLst>
          </a:prstGeom>
          <a:solidFill>
            <a:srgbClr val="FFFFFF">
              <a:alpha val="3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環状矢印 15"/>
          <p:cNvSpPr/>
          <p:nvPr userDrawn="1"/>
        </p:nvSpPr>
        <p:spPr>
          <a:xfrm rot="16200000">
            <a:off x="6190878" y="2911252"/>
            <a:ext cx="5904656" cy="5904656"/>
          </a:xfrm>
          <a:prstGeom prst="circularArrow">
            <a:avLst>
              <a:gd name="adj1" fmla="val 7904"/>
              <a:gd name="adj2" fmla="val 1116539"/>
              <a:gd name="adj3" fmla="val 15192833"/>
              <a:gd name="adj4" fmla="val 10800000"/>
              <a:gd name="adj5" fmla="val 11694"/>
            </a:avLst>
          </a:prstGeom>
          <a:solidFill>
            <a:srgbClr val="FFFFFF">
              <a:alpha val="40000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06302" y="2713656"/>
            <a:ext cx="4991339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6302" y="3361307"/>
            <a:ext cx="4991339" cy="1766581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62286" y="2532891"/>
            <a:ext cx="5256584" cy="2754625"/>
          </a:xfrm>
          <a:prstGeom prst="rect">
            <a:avLst/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直線コネクタ 66"/>
          <p:cNvCxnSpPr>
            <a:stCxn id="44" idx="1"/>
            <a:endCxn id="9" idx="3"/>
          </p:cNvCxnSpPr>
          <p:nvPr userDrawn="1"/>
        </p:nvCxnSpPr>
        <p:spPr>
          <a:xfrm rot="10800000">
            <a:off x="6118871" y="3910204"/>
            <a:ext cx="828091" cy="459210"/>
          </a:xfrm>
          <a:prstGeom prst="bentConnector3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プレースホルダー 11"/>
          <p:cNvSpPr>
            <a:spLocks noGrp="1"/>
          </p:cNvSpPr>
          <p:nvPr>
            <p:ph type="body" sz="quarter" idx="19" hasCustomPrompt="1"/>
          </p:nvPr>
        </p:nvSpPr>
        <p:spPr>
          <a:xfrm>
            <a:off x="12311558" y="2680038"/>
            <a:ext cx="4991339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0" hasCustomPrompt="1"/>
          </p:nvPr>
        </p:nvSpPr>
        <p:spPr>
          <a:xfrm>
            <a:off x="12311558" y="3327689"/>
            <a:ext cx="4991339" cy="1766581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2167542" y="2499273"/>
            <a:ext cx="5256584" cy="2754625"/>
          </a:xfrm>
          <a:prstGeom prst="rect">
            <a:avLst/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直線コネクタ 66"/>
          <p:cNvCxnSpPr>
            <a:stCxn id="48" idx="3"/>
            <a:endCxn id="26" idx="1"/>
          </p:cNvCxnSpPr>
          <p:nvPr userDrawn="1"/>
        </p:nvCxnSpPr>
        <p:spPr>
          <a:xfrm flipV="1">
            <a:off x="11303446" y="3876586"/>
            <a:ext cx="864096" cy="456825"/>
          </a:xfrm>
          <a:prstGeom prst="bentConnector3">
            <a:avLst>
              <a:gd name="adj1" fmla="val 50000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プレースホルダー 11"/>
          <p:cNvSpPr>
            <a:spLocks noGrp="1"/>
          </p:cNvSpPr>
          <p:nvPr>
            <p:ph type="body" sz="quarter" idx="21" hasCustomPrompt="1"/>
          </p:nvPr>
        </p:nvSpPr>
        <p:spPr>
          <a:xfrm>
            <a:off x="1006301" y="6458072"/>
            <a:ext cx="4991339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1006301" y="7105723"/>
            <a:ext cx="4991339" cy="1766581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62285" y="6277307"/>
            <a:ext cx="5256584" cy="2754625"/>
          </a:xfrm>
          <a:prstGeom prst="rect">
            <a:avLst/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直線コネクタ 66"/>
          <p:cNvCxnSpPr>
            <a:stCxn id="52" idx="1"/>
            <a:endCxn id="32" idx="3"/>
          </p:cNvCxnSpPr>
          <p:nvPr userDrawn="1"/>
        </p:nvCxnSpPr>
        <p:spPr>
          <a:xfrm rot="10800000" flipV="1">
            <a:off x="6118869" y="7393750"/>
            <a:ext cx="828092" cy="260870"/>
          </a:xfrm>
          <a:prstGeom prst="bentConnector3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12311558" y="6458072"/>
            <a:ext cx="4991339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12311558" y="7105723"/>
            <a:ext cx="4991339" cy="1766581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2167542" y="6277307"/>
            <a:ext cx="5256584" cy="2754625"/>
          </a:xfrm>
          <a:prstGeom prst="rect">
            <a:avLst/>
          </a:prstGeom>
          <a:solidFill>
            <a:srgbClr val="FFFFFF">
              <a:alpha val="10196"/>
            </a:srgb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直線コネクタ 66"/>
          <p:cNvCxnSpPr>
            <a:stCxn id="51" idx="3"/>
            <a:endCxn id="39" idx="1"/>
          </p:cNvCxnSpPr>
          <p:nvPr userDrawn="1"/>
        </p:nvCxnSpPr>
        <p:spPr>
          <a:xfrm>
            <a:off x="11339451" y="7393750"/>
            <a:ext cx="828091" cy="260870"/>
          </a:xfrm>
          <a:prstGeom prst="bentConnector3">
            <a:avLst>
              <a:gd name="adj1" fmla="val 50000"/>
            </a:avLst>
          </a:prstGeom>
          <a:ln w="28575">
            <a:solidFill>
              <a:srgbClr val="FFFFFF">
                <a:alpha val="50196"/>
              </a:srgbClr>
            </a:solidFill>
            <a:prstDash val="sysDot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6946961" y="3955367"/>
            <a:ext cx="828093" cy="828093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8" name="図プレースホルダー 5"/>
          <p:cNvSpPr>
            <a:spLocks noGrp="1"/>
          </p:cNvSpPr>
          <p:nvPr>
            <p:ph type="pic" sz="quarter" idx="48" hasCustomPrompt="1"/>
          </p:nvPr>
        </p:nvSpPr>
        <p:spPr>
          <a:xfrm>
            <a:off x="10475353" y="3919364"/>
            <a:ext cx="828093" cy="828093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1" name="図プレースホルダー 5"/>
          <p:cNvSpPr>
            <a:spLocks noGrp="1"/>
          </p:cNvSpPr>
          <p:nvPr>
            <p:ph type="pic" sz="quarter" idx="49" hasCustomPrompt="1"/>
          </p:nvPr>
        </p:nvSpPr>
        <p:spPr>
          <a:xfrm>
            <a:off x="10511358" y="6979703"/>
            <a:ext cx="828093" cy="828093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2" name="図プレースホルダー 5"/>
          <p:cNvSpPr>
            <a:spLocks noGrp="1"/>
          </p:cNvSpPr>
          <p:nvPr>
            <p:ph type="pic" sz="quarter" idx="50" hasCustomPrompt="1"/>
          </p:nvPr>
        </p:nvSpPr>
        <p:spPr>
          <a:xfrm>
            <a:off x="6946961" y="6979703"/>
            <a:ext cx="828093" cy="828093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7523026" y="5288607"/>
            <a:ext cx="3312368" cy="1296144"/>
          </a:xfrm>
        </p:spPr>
        <p:txBody>
          <a:bodyPr anchor="ctr">
            <a:noAutofit/>
          </a:bodyPr>
          <a:lstStyle>
            <a:lvl1pPr algn="ctr">
              <a:lnSpc>
                <a:spcPts val="4500"/>
              </a:lnSpc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ja-JP" dirty="0"/>
              <a:t>TEXT</a:t>
            </a:r>
            <a:br>
              <a:rPr lang="en-US" altLang="ja-JP" dirty="0"/>
            </a:br>
            <a:r>
              <a:rPr lang="en-US" altLang="ja-JP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8617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25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75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animBg="1"/>
      <p:bldP spid="16" grpId="0" animBg="1"/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2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3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44" grpId="0"/>
      <p:bldP spid="48" grpId="0"/>
      <p:bldP spid="51" grpId="0"/>
      <p:bldP spid="52" grpId="0"/>
      <p:bldP spid="5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98" y="2929141"/>
            <a:ext cx="12002616" cy="675147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110" y="4698754"/>
            <a:ext cx="730514" cy="730514"/>
          </a:xfrm>
          <a:prstGeom prst="rect">
            <a:avLst/>
          </a:prstGeom>
        </p:spPr>
      </p:pic>
      <p:grpSp>
        <p:nvGrpSpPr>
          <p:cNvPr id="12" name="グループ化 11"/>
          <p:cNvGrpSpPr/>
          <p:nvPr userDrawn="1"/>
        </p:nvGrpSpPr>
        <p:grpSpPr>
          <a:xfrm>
            <a:off x="1029022" y="3296755"/>
            <a:ext cx="2277393" cy="1301110"/>
            <a:chOff x="3409429" y="2695228"/>
            <a:chExt cx="2277393" cy="1301110"/>
          </a:xfrm>
        </p:grpSpPr>
        <p:sp>
          <p:nvSpPr>
            <p:cNvPr id="14" name="正方形/長方形 13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二等辺三角形 14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6" name="テキスト プレースホルダー 70"/>
          <p:cNvSpPr>
            <a:spLocks noGrp="1"/>
          </p:cNvSpPr>
          <p:nvPr>
            <p:ph type="body" sz="quarter" idx="54" hasCustomPrompt="1"/>
          </p:nvPr>
        </p:nvSpPr>
        <p:spPr>
          <a:xfrm>
            <a:off x="1146175" y="3512779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8" name="図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249" y="6857478"/>
            <a:ext cx="730514" cy="730514"/>
          </a:xfrm>
          <a:prstGeom prst="rect">
            <a:avLst/>
          </a:prstGeom>
        </p:spPr>
      </p:pic>
      <p:grpSp>
        <p:nvGrpSpPr>
          <p:cNvPr id="19" name="グループ化 18"/>
          <p:cNvGrpSpPr/>
          <p:nvPr userDrawn="1"/>
        </p:nvGrpSpPr>
        <p:grpSpPr>
          <a:xfrm>
            <a:off x="2574161" y="5455479"/>
            <a:ext cx="2277393" cy="1301110"/>
            <a:chOff x="3409429" y="2695228"/>
            <a:chExt cx="2277393" cy="1301110"/>
          </a:xfrm>
        </p:grpSpPr>
        <p:sp>
          <p:nvSpPr>
            <p:cNvPr id="20" name="正方形/長方形 19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二等辺三角形 20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テキスト プレースホルダー 70"/>
          <p:cNvSpPr>
            <a:spLocks noGrp="1"/>
          </p:cNvSpPr>
          <p:nvPr>
            <p:ph type="body" sz="quarter" idx="55" hasCustomPrompt="1"/>
          </p:nvPr>
        </p:nvSpPr>
        <p:spPr>
          <a:xfrm>
            <a:off x="2691314" y="5671503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23" name="図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902" y="6198682"/>
            <a:ext cx="730514" cy="730514"/>
          </a:xfrm>
          <a:prstGeom prst="rect">
            <a:avLst/>
          </a:prstGeom>
        </p:spPr>
      </p:pic>
      <p:grpSp>
        <p:nvGrpSpPr>
          <p:cNvPr id="24" name="グループ化 23"/>
          <p:cNvGrpSpPr/>
          <p:nvPr userDrawn="1"/>
        </p:nvGrpSpPr>
        <p:grpSpPr>
          <a:xfrm>
            <a:off x="5614814" y="4796683"/>
            <a:ext cx="2277393" cy="1301110"/>
            <a:chOff x="3409429" y="2695228"/>
            <a:chExt cx="2277393" cy="1301110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二等辺三角形 25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7" name="テキスト プレースホルダー 70"/>
          <p:cNvSpPr>
            <a:spLocks noGrp="1"/>
          </p:cNvSpPr>
          <p:nvPr>
            <p:ph type="body" sz="quarter" idx="56" hasCustomPrompt="1"/>
          </p:nvPr>
        </p:nvSpPr>
        <p:spPr>
          <a:xfrm>
            <a:off x="5731967" y="5012707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28" name="図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862" y="3953211"/>
            <a:ext cx="730514" cy="730514"/>
          </a:xfrm>
          <a:prstGeom prst="rect">
            <a:avLst/>
          </a:prstGeom>
        </p:spPr>
      </p:pic>
      <p:grpSp>
        <p:nvGrpSpPr>
          <p:cNvPr id="29" name="グループ化 28"/>
          <p:cNvGrpSpPr/>
          <p:nvPr userDrawn="1"/>
        </p:nvGrpSpPr>
        <p:grpSpPr>
          <a:xfrm>
            <a:off x="5254774" y="2551212"/>
            <a:ext cx="2277393" cy="1301110"/>
            <a:chOff x="3409429" y="2695228"/>
            <a:chExt cx="2277393" cy="1301110"/>
          </a:xfrm>
        </p:grpSpPr>
        <p:sp>
          <p:nvSpPr>
            <p:cNvPr id="30" name="正方形/長方形 29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二等辺三角形 30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2" name="テキスト プレースホルダー 70"/>
          <p:cNvSpPr>
            <a:spLocks noGrp="1"/>
          </p:cNvSpPr>
          <p:nvPr>
            <p:ph type="body" sz="quarter" idx="57" hasCustomPrompt="1"/>
          </p:nvPr>
        </p:nvSpPr>
        <p:spPr>
          <a:xfrm>
            <a:off x="5371927" y="2767236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33" name="図 3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789" y="4419106"/>
            <a:ext cx="730514" cy="730514"/>
          </a:xfrm>
          <a:prstGeom prst="rect">
            <a:avLst/>
          </a:prstGeom>
        </p:spPr>
      </p:pic>
      <p:grpSp>
        <p:nvGrpSpPr>
          <p:cNvPr id="34" name="グループ化 33"/>
          <p:cNvGrpSpPr/>
          <p:nvPr userDrawn="1"/>
        </p:nvGrpSpPr>
        <p:grpSpPr>
          <a:xfrm>
            <a:off x="8400701" y="3017107"/>
            <a:ext cx="2277393" cy="1301110"/>
            <a:chOff x="3409429" y="2695228"/>
            <a:chExt cx="2277393" cy="1301110"/>
          </a:xfrm>
        </p:grpSpPr>
        <p:sp>
          <p:nvSpPr>
            <p:cNvPr id="35" name="正方形/長方形 34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二等辺三角形 35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7" name="テキスト プレースホルダー 70"/>
          <p:cNvSpPr>
            <a:spLocks noGrp="1"/>
          </p:cNvSpPr>
          <p:nvPr>
            <p:ph type="body" sz="quarter" idx="58" hasCustomPrompt="1"/>
          </p:nvPr>
        </p:nvSpPr>
        <p:spPr>
          <a:xfrm>
            <a:off x="8517854" y="3233131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38" name="図 3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334" y="7233005"/>
            <a:ext cx="730514" cy="730514"/>
          </a:xfrm>
          <a:prstGeom prst="rect">
            <a:avLst/>
          </a:prstGeom>
        </p:spPr>
      </p:pic>
      <p:grpSp>
        <p:nvGrpSpPr>
          <p:cNvPr id="39" name="グループ化 38"/>
          <p:cNvGrpSpPr/>
          <p:nvPr userDrawn="1"/>
        </p:nvGrpSpPr>
        <p:grpSpPr>
          <a:xfrm>
            <a:off x="9503246" y="5831006"/>
            <a:ext cx="2277393" cy="1301110"/>
            <a:chOff x="3409429" y="2695228"/>
            <a:chExt cx="2277393" cy="1301110"/>
          </a:xfrm>
        </p:grpSpPr>
        <p:sp>
          <p:nvSpPr>
            <p:cNvPr id="40" name="正方形/長方形 39"/>
            <p:cNvSpPr/>
            <p:nvPr userDrawn="1"/>
          </p:nvSpPr>
          <p:spPr>
            <a:xfrm>
              <a:off x="3409429" y="2695228"/>
              <a:ext cx="2277393" cy="1008112"/>
            </a:xfrm>
            <a:prstGeom prst="rect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二等辺三角形 40"/>
            <p:cNvSpPr/>
            <p:nvPr userDrawn="1"/>
          </p:nvSpPr>
          <p:spPr>
            <a:xfrm rot="10800000">
              <a:off x="4382897" y="3703340"/>
              <a:ext cx="339878" cy="292998"/>
            </a:xfrm>
            <a:prstGeom prst="triangle">
              <a:avLst/>
            </a:prstGeom>
            <a:solidFill>
              <a:srgbClr val="FFFFFF">
                <a:alpha val="10196"/>
              </a:srgbClr>
            </a:solidFill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2" name="テキスト プレースホルダー 70"/>
          <p:cNvSpPr>
            <a:spLocks noGrp="1"/>
          </p:cNvSpPr>
          <p:nvPr>
            <p:ph type="body" sz="quarter" idx="59" hasCustomPrompt="1"/>
          </p:nvPr>
        </p:nvSpPr>
        <p:spPr>
          <a:xfrm>
            <a:off x="9620399" y="6047030"/>
            <a:ext cx="2016224" cy="812611"/>
          </a:xfrm>
        </p:spPr>
        <p:txBody>
          <a:bodyPr anchor="ctr">
            <a:normAutofit/>
          </a:bodyPr>
          <a:lstStyle>
            <a:lvl1pPr algn="ctr">
              <a:lnSpc>
                <a:spcPts val="2000"/>
              </a:lnSpc>
              <a:defRPr sz="4000"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3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12163399" y="3991372"/>
            <a:ext cx="5118716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44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12163399" y="4639444"/>
            <a:ext cx="5118716" cy="3024336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1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000"/>
                            </p:stCondLst>
                            <p:childTnLst>
                              <p:par>
                                <p:cTn id="88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500"/>
                            </p:stCondLst>
                            <p:childTnLst>
                              <p:par>
                                <p:cTn id="9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allAtOnce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90" y="1673614"/>
            <a:ext cx="14617624" cy="8222414"/>
          </a:xfrm>
          <a:prstGeom prst="rect">
            <a:avLst/>
          </a:prstGeom>
        </p:spPr>
      </p:pic>
      <p:sp>
        <p:nvSpPr>
          <p:cNvPr id="8" name="グラフ プレースホルダー 7"/>
          <p:cNvSpPr>
            <a:spLocks noGrp="1"/>
          </p:cNvSpPr>
          <p:nvPr>
            <p:ph type="chart" sz="quarter" idx="19" hasCustomPrompt="1"/>
          </p:nvPr>
        </p:nvSpPr>
        <p:spPr>
          <a:xfrm>
            <a:off x="2518470" y="2839244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  <p:sp>
        <p:nvSpPr>
          <p:cNvPr id="45" name="グラフ プレースホルダー 7"/>
          <p:cNvSpPr>
            <a:spLocks noGrp="1"/>
          </p:cNvSpPr>
          <p:nvPr>
            <p:ph type="chart" sz="quarter" idx="20" hasCustomPrompt="1"/>
          </p:nvPr>
        </p:nvSpPr>
        <p:spPr>
          <a:xfrm>
            <a:off x="4030638" y="6079604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  <p:sp>
        <p:nvSpPr>
          <p:cNvPr id="46" name="グラフ プレースホルダー 7"/>
          <p:cNvSpPr>
            <a:spLocks noGrp="1"/>
          </p:cNvSpPr>
          <p:nvPr>
            <p:ph type="chart" sz="quarter" idx="21" hasCustomPrompt="1"/>
          </p:nvPr>
        </p:nvSpPr>
        <p:spPr>
          <a:xfrm>
            <a:off x="7703046" y="5143500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  <p:sp>
        <p:nvSpPr>
          <p:cNvPr id="47" name="グラフ プレースホルダー 7"/>
          <p:cNvSpPr>
            <a:spLocks noGrp="1"/>
          </p:cNvSpPr>
          <p:nvPr>
            <p:ph type="chart" sz="quarter" idx="22" hasCustomPrompt="1"/>
          </p:nvPr>
        </p:nvSpPr>
        <p:spPr>
          <a:xfrm>
            <a:off x="8026400" y="2407196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  <p:sp>
        <p:nvSpPr>
          <p:cNvPr id="48" name="グラフ プレースホルダー 7"/>
          <p:cNvSpPr>
            <a:spLocks noGrp="1"/>
          </p:cNvSpPr>
          <p:nvPr>
            <p:ph type="chart" sz="quarter" idx="23" hasCustomPrompt="1"/>
          </p:nvPr>
        </p:nvSpPr>
        <p:spPr>
          <a:xfrm>
            <a:off x="11591478" y="2839244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  <p:sp>
        <p:nvSpPr>
          <p:cNvPr id="49" name="グラフ プレースホルダー 7"/>
          <p:cNvSpPr>
            <a:spLocks noGrp="1"/>
          </p:cNvSpPr>
          <p:nvPr>
            <p:ph type="chart" sz="quarter" idx="24" hasCustomPrompt="1"/>
          </p:nvPr>
        </p:nvSpPr>
        <p:spPr>
          <a:xfrm>
            <a:off x="13391678" y="5935588"/>
            <a:ext cx="2232025" cy="2232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</p:txBody>
      </p:sp>
    </p:spTree>
    <p:extLst>
      <p:ext uri="{BB962C8B-B14F-4D97-AF65-F5344CB8AC3E}">
        <p14:creationId xmlns:p14="http://schemas.microsoft.com/office/powerpoint/2010/main" val="249862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45" grpId="0"/>
      <p:bldP spid="46" grpId="0"/>
      <p:bldP spid="47" grpId="0"/>
      <p:bldP spid="48" grpId="0"/>
      <p:bldP spid="49" grpId="0"/>
    </p:bldLst>
  </p:timing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- No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8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287222" y="2839244"/>
            <a:ext cx="79911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9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287222" y="3487316"/>
            <a:ext cx="7991103" cy="201622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0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289007" y="6079604"/>
            <a:ext cx="7991103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289007" y="6727676"/>
            <a:ext cx="7991103" cy="2016224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4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19"/>
          <a:stretch/>
        </p:blipFill>
        <p:spPr>
          <a:xfrm>
            <a:off x="10511358" y="4495428"/>
            <a:ext cx="5520709" cy="5092476"/>
          </a:xfrm>
          <a:prstGeom prst="rect">
            <a:avLst/>
          </a:prstGeom>
          <a:effectLst/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42413" y="2335188"/>
            <a:ext cx="8135912" cy="647650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9142413" y="2983260"/>
            <a:ext cx="8135912" cy="1440160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10865016" y="5935588"/>
            <a:ext cx="4813392" cy="3652316"/>
          </a:xfrm>
          <a:solidFill>
            <a:schemeClr val="bg1">
              <a:alpha val="22000"/>
            </a:schemeClr>
          </a:solid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6" name="グラフ プレースホルダー 5"/>
          <p:cNvSpPr>
            <a:spLocks noGrp="1"/>
          </p:cNvSpPr>
          <p:nvPr>
            <p:ph type="chart" sz="quarter" idx="20" hasCustomPrompt="1"/>
          </p:nvPr>
        </p:nvSpPr>
        <p:spPr>
          <a:xfrm>
            <a:off x="862013" y="2335188"/>
            <a:ext cx="8064500" cy="712948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0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/>
      <p:bldP spid="6" grpId="0" build="p"/>
    </p:bldLst>
  </p:timing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4" hasCustomPrompt="1"/>
          </p:nvPr>
        </p:nvSpPr>
        <p:spPr>
          <a:xfrm>
            <a:off x="862286" y="7375748"/>
            <a:ext cx="16489832" cy="647650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accent1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15" hasCustomPrompt="1"/>
          </p:nvPr>
        </p:nvSpPr>
        <p:spPr>
          <a:xfrm>
            <a:off x="862286" y="8023820"/>
            <a:ext cx="16489832" cy="1440160"/>
          </a:xfrm>
        </p:spPr>
        <p:txBody>
          <a:bodyPr anchor="t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6" name="グラフ プレースホルダー 5"/>
          <p:cNvSpPr>
            <a:spLocks noGrp="1"/>
          </p:cNvSpPr>
          <p:nvPr>
            <p:ph type="chart" sz="quarter" idx="20" hasCustomPrompt="1"/>
          </p:nvPr>
        </p:nvSpPr>
        <p:spPr>
          <a:xfrm>
            <a:off x="862013" y="2335189"/>
            <a:ext cx="16490106" cy="48965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Graph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3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/>
    </p:bldLst>
  </p:timing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7"/>
          <p:cNvSpPr>
            <a:spLocks noGrp="1"/>
          </p:cNvSpPr>
          <p:nvPr>
            <p:ph type="body" sz="quarter" idx="30" hasCustomPrompt="1"/>
          </p:nvPr>
        </p:nvSpPr>
        <p:spPr>
          <a:xfrm>
            <a:off x="3022526" y="2443340"/>
            <a:ext cx="3276224" cy="3276224"/>
          </a:xfrm>
          <a:prstGeom prst="ellipse">
            <a:avLst/>
          </a:prstGeom>
          <a:solidFill>
            <a:srgbClr val="000000">
              <a:alpha val="30000"/>
            </a:srgbClr>
          </a:solidFill>
          <a:ln w="114300" cmpd="thinThick">
            <a:noFill/>
          </a:ln>
        </p:spPr>
        <p:txBody>
          <a:bodyPr wrap="none" anchor="ctr">
            <a:normAutofit/>
          </a:bodyPr>
          <a:lstStyle>
            <a:lvl1pPr algn="ctr">
              <a:defRPr sz="44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テキスト プレースホルダー 7"/>
          <p:cNvSpPr>
            <a:spLocks noGrp="1"/>
          </p:cNvSpPr>
          <p:nvPr>
            <p:ph type="body" sz="quarter" idx="29" hasCustomPrompt="1"/>
          </p:nvPr>
        </p:nvSpPr>
        <p:spPr>
          <a:xfrm>
            <a:off x="3238550" y="5107636"/>
            <a:ext cx="3780280" cy="378028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14300" cmpd="thinThick">
            <a:noFill/>
          </a:ln>
        </p:spPr>
        <p:txBody>
          <a:bodyPr wrap="none" anchor="ctr">
            <a:normAutofit/>
          </a:bodyPr>
          <a:lstStyle>
            <a:lvl1pPr algn="ctr">
              <a:defRPr sz="44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800" spc="300"/>
            </a:lvl1pPr>
          </a:lstStyle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17624420" y="9636372"/>
            <a:ext cx="735810" cy="547688"/>
          </a:xfrm>
        </p:spPr>
        <p:txBody>
          <a:bodyPr/>
          <a:lstStyle>
            <a:lvl1pPr algn="ctr">
              <a:defRPr/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8" hasCustomPrompt="1"/>
          </p:nvPr>
        </p:nvSpPr>
        <p:spPr>
          <a:xfrm>
            <a:off x="862286" y="1543100"/>
            <a:ext cx="16489832" cy="576064"/>
          </a:xfrm>
        </p:spPr>
        <p:txBody>
          <a:bodyPr anchor="t">
            <a:noAutofit/>
          </a:bodyPr>
          <a:lstStyle>
            <a:lvl1pPr algn="ctr">
              <a:defRPr sz="2800" baseline="0">
                <a:solidFill>
                  <a:schemeClr val="bg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Slide Subtitle Here</a:t>
            </a:r>
          </a:p>
        </p:txBody>
      </p:sp>
      <p:sp>
        <p:nvSpPr>
          <p:cNvPr id="20" name="テキスト プレースホルダー 7"/>
          <p:cNvSpPr>
            <a:spLocks noGrp="1"/>
          </p:cNvSpPr>
          <p:nvPr>
            <p:ph type="body" sz="quarter" idx="31" hasCustomPrompt="1"/>
          </p:nvPr>
        </p:nvSpPr>
        <p:spPr>
          <a:xfrm>
            <a:off x="1438350" y="4423420"/>
            <a:ext cx="2484136" cy="2484136"/>
          </a:xfrm>
          <a:prstGeom prst="ellipse">
            <a:avLst/>
          </a:prstGeom>
          <a:solidFill>
            <a:srgbClr val="FFFFFF">
              <a:alpha val="40000"/>
            </a:srgbClr>
          </a:solidFill>
          <a:ln w="114300" cmpd="thinThick">
            <a:noFill/>
          </a:ln>
        </p:spPr>
        <p:txBody>
          <a:bodyPr wrap="none" anchor="ctr">
            <a:normAutofit/>
          </a:bodyPr>
          <a:lstStyle>
            <a:lvl1pPr algn="ctr">
              <a:defRPr sz="36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45" hasCustomPrompt="1"/>
          </p:nvPr>
        </p:nvSpPr>
        <p:spPr>
          <a:xfrm>
            <a:off x="4750718" y="5791572"/>
            <a:ext cx="792088" cy="792088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2" name="図プレースホルダー 5"/>
          <p:cNvSpPr>
            <a:spLocks noGrp="1"/>
          </p:cNvSpPr>
          <p:nvPr>
            <p:ph type="pic" sz="quarter" idx="46" hasCustomPrompt="1"/>
          </p:nvPr>
        </p:nvSpPr>
        <p:spPr>
          <a:xfrm>
            <a:off x="4318670" y="3091412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3" name="図プレースホルダー 5"/>
          <p:cNvSpPr>
            <a:spLocks noGrp="1"/>
          </p:cNvSpPr>
          <p:nvPr>
            <p:ph type="pic" sz="quarter" idx="47" hasCustomPrompt="1"/>
          </p:nvPr>
        </p:nvSpPr>
        <p:spPr>
          <a:xfrm>
            <a:off x="2374454" y="4771303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テキスト プレースホルダー 7"/>
          <p:cNvSpPr>
            <a:spLocks noGrp="1"/>
          </p:cNvSpPr>
          <p:nvPr>
            <p:ph type="body" sz="quarter" idx="48" hasCustomPrompt="1"/>
          </p:nvPr>
        </p:nvSpPr>
        <p:spPr>
          <a:xfrm>
            <a:off x="12095534" y="2551212"/>
            <a:ext cx="1764056" cy="176405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>
            <a:normAutofit/>
          </a:bodyPr>
          <a:lstStyle>
            <a:lvl1pPr algn="ctr">
              <a:defRPr sz="24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テキスト プレースホルダー 7"/>
          <p:cNvSpPr>
            <a:spLocks noGrp="1"/>
          </p:cNvSpPr>
          <p:nvPr>
            <p:ph type="body" sz="quarter" idx="49" hasCustomPrompt="1"/>
          </p:nvPr>
        </p:nvSpPr>
        <p:spPr>
          <a:xfrm>
            <a:off x="14111758" y="6151612"/>
            <a:ext cx="1764056" cy="176405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>
            <a:normAutofit/>
          </a:bodyPr>
          <a:lstStyle>
            <a:lvl1pPr algn="ctr">
              <a:defRPr sz="24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テキスト プレースホルダー 7"/>
          <p:cNvSpPr>
            <a:spLocks noGrp="1"/>
          </p:cNvSpPr>
          <p:nvPr>
            <p:ph type="body" sz="quarter" idx="50" hasCustomPrompt="1"/>
          </p:nvPr>
        </p:nvSpPr>
        <p:spPr>
          <a:xfrm>
            <a:off x="12095534" y="7447756"/>
            <a:ext cx="1764056" cy="1764056"/>
          </a:xfrm>
          <a:prstGeom prst="ellipse">
            <a:avLst/>
          </a:prstGeom>
          <a:gradFill>
            <a:gsLst>
              <a:gs pos="0">
                <a:schemeClr val="bg1">
                  <a:alpha val="37000"/>
                </a:schemeClr>
              </a:gs>
              <a:gs pos="50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r="100000" b="100000"/>
            </a:path>
          </a:grad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>
            <a:normAutofit/>
          </a:bodyPr>
          <a:lstStyle>
            <a:lvl1pPr algn="ctr">
              <a:defRPr sz="24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テキスト プレースホルダー 7"/>
          <p:cNvSpPr>
            <a:spLocks noGrp="1"/>
          </p:cNvSpPr>
          <p:nvPr>
            <p:ph type="body" sz="quarter" idx="51" hasCustomPrompt="1"/>
          </p:nvPr>
        </p:nvSpPr>
        <p:spPr>
          <a:xfrm>
            <a:off x="14399790" y="3055268"/>
            <a:ext cx="2628152" cy="2628152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14300" cmpd="thinThick">
            <a:solidFill>
              <a:schemeClr val="bg1">
                <a:alpha val="50000"/>
              </a:schemeClr>
            </a:solidFill>
          </a:ln>
        </p:spPr>
        <p:txBody>
          <a:bodyPr wrap="none" anchor="ctr">
            <a:normAutofit/>
          </a:bodyPr>
          <a:lstStyle>
            <a:lvl1pPr algn="ctr">
              <a:defRPr sz="3200">
                <a:solidFill>
                  <a:schemeClr val="bg2"/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30" name="直線コネクタ 29"/>
          <p:cNvCxnSpPr>
            <a:stCxn id="15" idx="0"/>
          </p:cNvCxnSpPr>
          <p:nvPr userDrawn="1"/>
        </p:nvCxnSpPr>
        <p:spPr>
          <a:xfrm flipV="1">
            <a:off x="9107995" y="3991372"/>
            <a:ext cx="3059547" cy="2124376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>
            <a:stCxn id="8" idx="2"/>
          </p:cNvCxnSpPr>
          <p:nvPr userDrawn="1"/>
        </p:nvCxnSpPr>
        <p:spPr>
          <a:xfrm flipV="1">
            <a:off x="9107995" y="4783460"/>
            <a:ext cx="5291795" cy="1332288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>
            <a:stCxn id="8" idx="2"/>
          </p:cNvCxnSpPr>
          <p:nvPr userDrawn="1"/>
        </p:nvCxnSpPr>
        <p:spPr>
          <a:xfrm>
            <a:off x="9107995" y="6115748"/>
            <a:ext cx="5003763" cy="755944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>
            <a:stCxn id="15" idx="0"/>
          </p:cNvCxnSpPr>
          <p:nvPr userDrawn="1"/>
        </p:nvCxnSpPr>
        <p:spPr>
          <a:xfrm>
            <a:off x="9107995" y="6115748"/>
            <a:ext cx="3059547" cy="1836064"/>
          </a:xfrm>
          <a:prstGeom prst="line">
            <a:avLst/>
          </a:prstGeom>
          <a:ln w="28575">
            <a:solidFill>
              <a:srgbClr val="FFFFFF">
                <a:alpha val="50196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図プレースホルダー 5"/>
          <p:cNvSpPr>
            <a:spLocks noGrp="1"/>
          </p:cNvSpPr>
          <p:nvPr>
            <p:ph type="pic" sz="quarter" idx="52" hasCustomPrompt="1"/>
          </p:nvPr>
        </p:nvSpPr>
        <p:spPr>
          <a:xfrm>
            <a:off x="12725744" y="2677366"/>
            <a:ext cx="521918" cy="521918"/>
          </a:xfrm>
        </p:spPr>
        <p:txBody>
          <a:bodyPr wrap="non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4" name="図プレースホルダー 5"/>
          <p:cNvSpPr>
            <a:spLocks noGrp="1"/>
          </p:cNvSpPr>
          <p:nvPr>
            <p:ph type="pic" sz="quarter" idx="53" hasCustomPrompt="1"/>
          </p:nvPr>
        </p:nvSpPr>
        <p:spPr>
          <a:xfrm>
            <a:off x="14741968" y="6277766"/>
            <a:ext cx="521918" cy="521918"/>
          </a:xfrm>
        </p:spPr>
        <p:txBody>
          <a:bodyPr wrap="non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5" name="図プレースホルダー 5"/>
          <p:cNvSpPr>
            <a:spLocks noGrp="1"/>
          </p:cNvSpPr>
          <p:nvPr>
            <p:ph type="pic" sz="quarter" idx="54" hasCustomPrompt="1"/>
          </p:nvPr>
        </p:nvSpPr>
        <p:spPr>
          <a:xfrm>
            <a:off x="12725744" y="7573910"/>
            <a:ext cx="521918" cy="521918"/>
          </a:xfrm>
        </p:spPr>
        <p:txBody>
          <a:bodyPr wrap="non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9" name="図プレースホルダー 5"/>
          <p:cNvSpPr>
            <a:spLocks noGrp="1"/>
          </p:cNvSpPr>
          <p:nvPr>
            <p:ph type="pic" sz="quarter" idx="56" hasCustomPrompt="1"/>
          </p:nvPr>
        </p:nvSpPr>
        <p:spPr>
          <a:xfrm>
            <a:off x="15407902" y="3456157"/>
            <a:ext cx="630070" cy="630070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4" name="テキスト プレースホルダー 3"/>
          <p:cNvSpPr>
            <a:spLocks noGrp="1"/>
          </p:cNvSpPr>
          <p:nvPr>
            <p:ph type="body" sz="quarter" idx="11" hasCustomPrompt="1"/>
          </p:nvPr>
        </p:nvSpPr>
        <p:spPr>
          <a:xfrm>
            <a:off x="6406902" y="3199284"/>
            <a:ext cx="5400600" cy="5400600"/>
          </a:xfrm>
          <a:prstGeom prst="ellipse">
            <a:avLst/>
          </a:prstGeom>
          <a:blipFill dpi="0" rotWithShape="1">
            <a:blip r:embed="rId3"/>
            <a:srcRect/>
            <a:tile tx="0" ty="0" sx="100000" sy="100000" flip="none" algn="tl"/>
          </a:blipFill>
          <a:effectLst>
            <a:innerShdw blurRad="114300">
              <a:prstClr val="black"/>
            </a:innerShdw>
          </a:effectLst>
        </p:spPr>
        <p:txBody>
          <a:bodyPr wrap="none" anchor="ctr">
            <a:normAutofit/>
          </a:bodyPr>
          <a:lstStyle>
            <a:lvl1pPr algn="ctr">
              <a:defRPr sz="7200" baseline="0">
                <a:solidFill>
                  <a:schemeClr val="tx1">
                    <a:alpha val="80000"/>
                  </a:schemeClr>
                </a:solidFill>
                <a:latin typeface="Bebas Neue Regular" pitchFamily="50" charset="0"/>
              </a:defRPr>
            </a:lvl1pPr>
          </a:lstStyle>
          <a:p>
            <a:pPr lvl="0"/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9" hasCustomPrompt="1"/>
          </p:nvPr>
        </p:nvSpPr>
        <p:spPr>
          <a:xfrm>
            <a:off x="6587715" y="5201348"/>
            <a:ext cx="5040560" cy="914400"/>
          </a:xfrm>
        </p:spPr>
        <p:txBody>
          <a:bodyPr anchor="ctr">
            <a:noAutofit/>
          </a:bodyPr>
          <a:lstStyle>
            <a:lvl1pPr algn="ctr">
              <a:defRPr sz="8000">
                <a:latin typeface="+mj-lt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テキスト プレースホルダー 7"/>
          <p:cNvSpPr>
            <a:spLocks noGrp="1"/>
          </p:cNvSpPr>
          <p:nvPr>
            <p:ph type="body" sz="quarter" idx="20" hasCustomPrompt="1"/>
          </p:nvPr>
        </p:nvSpPr>
        <p:spPr>
          <a:xfrm>
            <a:off x="6731731" y="6115748"/>
            <a:ext cx="4752528" cy="936104"/>
          </a:xfrm>
        </p:spPr>
        <p:txBody>
          <a:bodyPr anchor="t">
            <a:noAutofit/>
          </a:bodyPr>
          <a:lstStyle>
            <a:lvl1pPr algn="ctr">
              <a:defRPr sz="2400">
                <a:latin typeface="+mn-lt"/>
                <a:ea typeface="+mn-ea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図プレースホルダー 5"/>
          <p:cNvSpPr>
            <a:spLocks noGrp="1"/>
          </p:cNvSpPr>
          <p:nvPr>
            <p:ph type="pic" sz="quarter" idx="55" hasCustomPrompt="1"/>
          </p:nvPr>
        </p:nvSpPr>
        <p:spPr>
          <a:xfrm>
            <a:off x="8567142" y="3919364"/>
            <a:ext cx="1152128" cy="1152128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0524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2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75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/>
      <p:bldP spid="22" grpId="0"/>
      <p:bldP spid="23" grpId="0"/>
      <p:bldP spid="24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/>
      <p:bldP spid="44" grpId="0"/>
      <p:bldP spid="45" grpId="0"/>
      <p:bldP spid="49" grpId="0"/>
      <p:bldP spid="54" grpId="0" animBg="1">
        <p:tmplLst>
          <p:tmpl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/>
    </p:bld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6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54.xml"/><Relationship Id="rId42" Type="http://schemas.openxmlformats.org/officeDocument/2006/relationships/image" Target="../media/image7.png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9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5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51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5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6"/>
            <a:ext cx="18287207" cy="10286554"/>
          </a:xfrm>
          <a:prstGeom prst="rect">
            <a:avLst/>
          </a:prstGeom>
        </p:spPr>
      </p:pic>
      <p:sp>
        <p:nvSpPr>
          <p:cNvPr id="8" name="テキスト プレースホルダー 7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7613" cy="6789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Master Text</a:t>
            </a:r>
          </a:p>
        </p:txBody>
      </p:sp>
    </p:spTree>
    <p:extLst>
      <p:ext uri="{BB962C8B-B14F-4D97-AF65-F5344CB8AC3E}">
        <p14:creationId xmlns:p14="http://schemas.microsoft.com/office/powerpoint/2010/main" val="2316024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713" r:id="rId3"/>
    <p:sldLayoutId id="2147483658" r:id="rId4"/>
    <p:sldLayoutId id="2147483678" r:id="rId5"/>
    <p:sldLayoutId id="2147483679" r:id="rId6"/>
    <p:sldLayoutId id="2147483680" r:id="rId7"/>
    <p:sldLayoutId id="2147483681" r:id="rId8"/>
    <p:sldLayoutId id="2147483684" r:id="rId9"/>
    <p:sldLayoutId id="2147483674" r:id="rId10"/>
    <p:sldLayoutId id="2147483711" r:id="rId11"/>
    <p:sldLayoutId id="2147483712" r:id="rId12"/>
    <p:sldLayoutId id="2147483689" r:id="rId13"/>
    <p:sldLayoutId id="2147483675" r:id="rId14"/>
    <p:sldLayoutId id="2147483702" r:id="rId15"/>
    <p:sldLayoutId id="2147483706" r:id="rId16"/>
    <p:sldLayoutId id="2147483710" r:id="rId17"/>
    <p:sldLayoutId id="2147483716" r:id="rId18"/>
    <p:sldLayoutId id="2147483720" r:id="rId19"/>
    <p:sldLayoutId id="2147483721" r:id="rId20"/>
  </p:sldLayoutIdLst>
  <p:txStyles>
    <p:titleStyle>
      <a:lvl1pPr algn="ctr" defTabSz="1632753" rtl="0" eaLnBrk="1" latinLnBrk="0" hangingPunct="1">
        <a:spcBef>
          <a:spcPct val="0"/>
        </a:spcBef>
        <a:buNone/>
        <a:defRPr sz="7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spcBef>
          <a:spcPct val="20000"/>
        </a:spcBef>
        <a:buFont typeface="Arial" panose="020B0604020202020204" pitchFamily="34" charset="0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6" y="-123975"/>
            <a:ext cx="18117134" cy="1821559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117050" cy="1126059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 userDrawn="1"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0195" y="9163193"/>
            <a:ext cx="1117050" cy="1126059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6"/>
            <a:ext cx="18287207" cy="10286554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9080" y="9370612"/>
            <a:ext cx="18117134" cy="1821559"/>
          </a:xfrm>
          <a:prstGeom prst="rect">
            <a:avLst/>
          </a:prstGeom>
        </p:spPr>
      </p:pic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94346" y="246956"/>
            <a:ext cx="16457772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Autofit/>
          </a:bodyPr>
          <a:lstStyle/>
          <a:p>
            <a:r>
              <a:rPr lang="en-US" altLang="ja-JP" dirty="0"/>
              <a:t>SLIDE TITLE HERE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1831132"/>
            <a:ext cx="16457772" cy="7358114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lang="en-US" altLang="ja-JP" dirty="0"/>
              <a:t>Master Text</a:t>
            </a:r>
            <a:endParaRPr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914321" y="9607996"/>
            <a:ext cx="426683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627AA-E268-4C67-A9A7-5C4D23F3573A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254774" y="9637834"/>
            <a:ext cx="7776864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1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The Power of PowerPoint | thepopp.com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552412" y="9535988"/>
            <a:ext cx="73581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3600">
                <a:solidFill>
                  <a:schemeClr val="tx1">
                    <a:alpha val="50000"/>
                  </a:schemeClr>
                </a:solidFill>
                <a:latin typeface="Bebas Neue Regular" pitchFamily="50" charset="0"/>
              </a:defRPr>
            </a:lvl1pPr>
          </a:lstStyle>
          <a:p>
            <a:fld id="{387164BF-D67A-46C0-81D2-5BAF67C00C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8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0" r:id="rId2"/>
    <p:sldLayoutId id="2147483661" r:id="rId3"/>
    <p:sldLayoutId id="2147483662" r:id="rId4"/>
    <p:sldLayoutId id="2147483663" r:id="rId5"/>
    <p:sldLayoutId id="2147483664" r:id="rId6"/>
    <p:sldLayoutId id="2147483704" r:id="rId7"/>
    <p:sldLayoutId id="2147483668" r:id="rId8"/>
    <p:sldLayoutId id="2147483669" r:id="rId9"/>
    <p:sldLayoutId id="2147483665" r:id="rId10"/>
    <p:sldLayoutId id="2147483666" r:id="rId11"/>
    <p:sldLayoutId id="2147483714" r:id="rId12"/>
    <p:sldLayoutId id="2147483673" r:id="rId13"/>
    <p:sldLayoutId id="2147483701" r:id="rId14"/>
    <p:sldLayoutId id="2147483657" r:id="rId15"/>
    <p:sldLayoutId id="2147483667" r:id="rId16"/>
    <p:sldLayoutId id="2147483660" r:id="rId17"/>
    <p:sldLayoutId id="2147483682" r:id="rId18"/>
    <p:sldLayoutId id="2147483692" r:id="rId19"/>
    <p:sldLayoutId id="2147483707" r:id="rId20"/>
    <p:sldLayoutId id="2147483683" r:id="rId21"/>
    <p:sldLayoutId id="2147483687" r:id="rId22"/>
    <p:sldLayoutId id="2147483705" r:id="rId23"/>
    <p:sldLayoutId id="2147483688" r:id="rId24"/>
    <p:sldLayoutId id="2147483685" r:id="rId25"/>
    <p:sldLayoutId id="2147483686" r:id="rId26"/>
    <p:sldLayoutId id="2147483709" r:id="rId27"/>
    <p:sldLayoutId id="2147483694" r:id="rId28"/>
    <p:sldLayoutId id="2147483690" r:id="rId29"/>
    <p:sldLayoutId id="2147483691" r:id="rId30"/>
    <p:sldLayoutId id="2147483695" r:id="rId31"/>
    <p:sldLayoutId id="2147483697" r:id="rId32"/>
    <p:sldLayoutId id="2147483698" r:id="rId33"/>
    <p:sldLayoutId id="2147483699" r:id="rId34"/>
    <p:sldLayoutId id="2147483700" r:id="rId35"/>
    <p:sldLayoutId id="2147483703" r:id="rId36"/>
    <p:sldLayoutId id="2147483708" r:id="rId37"/>
    <p:sldLayoutId id="2147483715" r:id="rId3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  <p:txStyles>
    <p:titleStyle>
      <a:lvl1pPr algn="ctr" defTabSz="1632753" rtl="0" eaLnBrk="1" latinLnBrk="0" hangingPunct="1">
        <a:spcBef>
          <a:spcPct val="0"/>
        </a:spcBef>
        <a:buNone/>
        <a:defRPr sz="8800" kern="1200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CF54-BB8F-BEF5-C780-385F4C247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-63793"/>
            <a:ext cx="18286413" cy="1255493"/>
          </a:xfrm>
        </p:spPr>
        <p:txBody>
          <a:bodyPr>
            <a:noAutofit/>
          </a:bodyPr>
          <a:lstStyle/>
          <a:p>
            <a:r>
              <a:rPr lang="en-US" sz="7999" b="1" dirty="0">
                <a:solidFill>
                  <a:srgbClr val="337D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R.M.K. ENGINEERING</a:t>
            </a:r>
            <a:r>
              <a:rPr lang="en-US" sz="7999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999" b="1" dirty="0">
                <a:solidFill>
                  <a:srgbClr val="337D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endParaRPr lang="en-IN" sz="7999" b="1" dirty="0">
              <a:solidFill>
                <a:srgbClr val="337D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51DDA-D692-7F13-D503-F8501EE83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3460" y="2860676"/>
            <a:ext cx="13714809" cy="755361"/>
          </a:xfrm>
        </p:spPr>
        <p:txBody>
          <a:bodyPr>
            <a:normAutofit fontScale="92500"/>
          </a:bodyPr>
          <a:lstStyle/>
          <a:p>
            <a:r>
              <a:rPr lang="en-US" sz="4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 </a:t>
            </a:r>
            <a:endParaRPr lang="en-IN" sz="4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RMK Engineering College - Wikipedia">
            <a:extLst>
              <a:ext uri="{FF2B5EF4-FFF2-40B4-BE49-F238E27FC236}">
                <a16:creationId xmlns:a16="http://schemas.microsoft.com/office/drawing/2014/main" id="{56207ABB-A4D8-213E-DF68-95A5F255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4834"/>
            <a:ext cx="972712" cy="133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E211F2-F9B2-1C86-AAB9-E86C1BEFE0D6}"/>
              </a:ext>
            </a:extLst>
          </p:cNvPr>
          <p:cNvSpPr txBox="1"/>
          <p:nvPr/>
        </p:nvSpPr>
        <p:spPr>
          <a:xfrm>
            <a:off x="4329306" y="3744516"/>
            <a:ext cx="11438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24ME411   PRODUCT DEVELOPMENT LAB</a:t>
            </a:r>
          </a:p>
          <a:p>
            <a:pPr algn="ctr"/>
            <a:endParaRPr lang="en-IN" sz="4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61042-DBC3-2899-F582-D28F7622E696}"/>
              </a:ext>
            </a:extLst>
          </p:cNvPr>
          <p:cNvSpPr txBox="1"/>
          <p:nvPr/>
        </p:nvSpPr>
        <p:spPr>
          <a:xfrm>
            <a:off x="2627977" y="6580172"/>
            <a:ext cx="113558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US" sz="3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295" indent="-514295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111724104084     MA SESHASAAI – Team Lead</a:t>
            </a:r>
          </a:p>
          <a:p>
            <a:pPr marL="514295" indent="-514295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111724104069     KAMALESHWARAN M</a:t>
            </a:r>
          </a:p>
          <a:p>
            <a:pPr marL="514295" indent="-514295">
              <a:buFont typeface="+mj-lt"/>
              <a:buAutoNum type="arabicPeriod"/>
            </a:pPr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111724104068     K BALA MANIKANTA</a:t>
            </a:r>
            <a:endParaRPr lang="en-IN" sz="3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ADS Admission Brochure 2025 - 4pages.pptx">
            <a:extLst>
              <a:ext uri="{FF2B5EF4-FFF2-40B4-BE49-F238E27FC236}">
                <a16:creationId xmlns:a16="http://schemas.microsoft.com/office/drawing/2014/main" id="{3A6CBB0F-8E2E-4572-443E-AA45E823E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9770" y="75785"/>
            <a:ext cx="946644" cy="125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07DA91-54F8-B83D-0AB1-16CCE902623D}"/>
              </a:ext>
            </a:extLst>
          </p:cNvPr>
          <p:cNvSpPr txBox="1"/>
          <p:nvPr/>
        </p:nvSpPr>
        <p:spPr>
          <a:xfrm>
            <a:off x="5542806" y="1083231"/>
            <a:ext cx="7856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  <a:endParaRPr lang="en-IN" sz="4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A857A-B8AA-DE5B-BDBC-EA0FCA36755C}"/>
              </a:ext>
            </a:extLst>
          </p:cNvPr>
          <p:cNvSpPr txBox="1"/>
          <p:nvPr/>
        </p:nvSpPr>
        <p:spPr>
          <a:xfrm>
            <a:off x="4358594" y="1782227"/>
            <a:ext cx="14789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R.S.M. Nagar, Kavaraipettai, Gummidipoondi Taluk, Tiruvallur District, Tamil Nadu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E6100-A6D1-CF9E-4DFF-DD07E1C1FCAD}"/>
              </a:ext>
            </a:extLst>
          </p:cNvPr>
          <p:cNvSpPr txBox="1"/>
          <p:nvPr/>
        </p:nvSpPr>
        <p:spPr>
          <a:xfrm>
            <a:off x="1438350" y="5203574"/>
            <a:ext cx="15790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Edge-Based Low-Power Smart Soldier Health Monitoring System Using LoRa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D55DE-DE11-00B2-3D3B-9442A43C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5A73E-5D21-20B5-7EC4-FAF9168BEF0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25922" y="133563"/>
            <a:ext cx="4912876" cy="1515696"/>
          </a:xfrm>
        </p:spPr>
        <p:txBody>
          <a:bodyPr/>
          <a:lstStyle/>
          <a:p>
            <a:r>
              <a:rPr lang="en-US" sz="6000" dirty="0">
                <a:solidFill>
                  <a:schemeClr val="tx2">
                    <a:lumMod val="50000"/>
                    <a:alpha val="80000"/>
                  </a:schemeClr>
                </a:solidFill>
                <a:latin typeface="Georgia" pitchFamily="18" charset="0"/>
              </a:rPr>
              <a:t>Introduction</a:t>
            </a:r>
            <a:endParaRPr lang="en-IN" sz="6000" dirty="0">
              <a:solidFill>
                <a:schemeClr val="tx2">
                  <a:lumMod val="50000"/>
                  <a:alpha val="8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012B1831-4ED3-4DD3-155A-D2156A807AF5}"/>
              </a:ext>
            </a:extLst>
          </p:cNvPr>
          <p:cNvSpPr>
            <a:spLocks noGrp="1" noChangeArrowheads="1"/>
          </p:cNvSpPr>
          <p:nvPr>
            <p:ph type="body" sz="quarter" idx="65"/>
          </p:nvPr>
        </p:nvSpPr>
        <p:spPr bwMode="auto">
          <a:xfrm>
            <a:off x="4030638" y="2119164"/>
            <a:ext cx="12938542" cy="665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Soldiers work in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harsh and remote environments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monitoring is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for safety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Wearable systems enable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health tracking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multi-sensor data (heart rate, motion, temperature, GPS)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processing enables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decision making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provides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long-range, low-power communication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</a:t>
            </a:r>
            <a:r>
              <a:rPr lang="en-US" alt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and efficient soldier monitoring</a:t>
            </a:r>
            <a:r>
              <a:rPr lang="en-US" alt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971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latin typeface="Georgia" pitchFamily="18" charset="0"/>
              </a:rPr>
              <a:t>Problem </a:t>
            </a:r>
            <a:r>
              <a:rPr lang="en-US" sz="7200" dirty="0">
                <a:solidFill>
                  <a:schemeClr val="accent1"/>
                </a:solidFill>
                <a:latin typeface="Georgia" pitchFamily="18" charset="0"/>
              </a:rPr>
              <a:t>Statement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8" name="テキスト プレースホルダー 27"/>
          <p:cNvSpPr>
            <a:spLocks noGrp="1"/>
          </p:cNvSpPr>
          <p:nvPr>
            <p:ph type="body" sz="quarter" idx="15"/>
          </p:nvPr>
        </p:nvSpPr>
        <p:spPr>
          <a:xfrm>
            <a:off x="2086422" y="2047156"/>
            <a:ext cx="16638596" cy="4804016"/>
          </a:xfrm>
        </p:spPr>
        <p:txBody>
          <a:bodyPr/>
          <a:lstStyle/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Soldiers face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extreme heat, cold &amp; physical stress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areas → no reliable GSM/Internet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systems →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power consumption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transmission drains battery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based on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parameter → false alerts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health analysis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(motion + vitals + environment) </a:t>
            </a:r>
          </a:p>
          <a:p>
            <a:pPr marL="742950" lvl="0" indent="-7429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 to detect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emergencies vs normal conditions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22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bg1"/>
                </a:solidFill>
                <a:latin typeface="Georgia" pitchFamily="18" charset="0"/>
              </a:rPr>
              <a:t>Objectives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5"/>
          </p:nvPr>
        </p:nvSpPr>
        <p:spPr>
          <a:xfrm>
            <a:off x="2086422" y="2551212"/>
            <a:ext cx="16417824" cy="5184576"/>
          </a:xfrm>
        </p:spPr>
        <p:txBody>
          <a:bodyPr/>
          <a:lstStyle/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low-power wearable system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soldiers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rate, motion, temperature, humidity, GPS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multi-sensor fusion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accurate analysis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edge-based Decision Tree logic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 alerts using context-aware detection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long-range communication using LoRa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event-driven transmission for power saving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0" indent="-7429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</a:t>
            </a:r>
            <a:r>
              <a:rPr lang="en-US" altLang="en-US" sz="3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emergency alert with location</a:t>
            </a:r>
            <a:r>
              <a:rPr lang="en-US" alt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656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latin typeface="Georgia" pitchFamily="18" charset="0"/>
              </a:rPr>
              <a:t>Literature </a:t>
            </a:r>
            <a:r>
              <a:rPr lang="en-US" sz="7200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itchFamily="18" charset="0"/>
              </a:rPr>
              <a:t>survey</a:t>
            </a:r>
            <a:r>
              <a:rPr lang="en-US" sz="7200" dirty="0">
                <a:latin typeface="Georgia" pitchFamily="18" charset="0"/>
              </a:rPr>
              <a:t> </a:t>
            </a:r>
            <a:endParaRPr lang="en-US" sz="7200" dirty="0">
              <a:solidFill>
                <a:schemeClr val="accent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67F16E1-79B2-4363-819E-D5DE6257D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89191"/>
              </p:ext>
            </p:extLst>
          </p:nvPr>
        </p:nvGraphicFramePr>
        <p:xfrm>
          <a:off x="646262" y="1543100"/>
          <a:ext cx="16562629" cy="8652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24">
                  <a:extLst>
                    <a:ext uri="{9D8B030D-6E8A-4147-A177-3AD203B41FA5}">
                      <a16:colId xmlns:a16="http://schemas.microsoft.com/office/drawing/2014/main" val="2337104340"/>
                    </a:ext>
                  </a:extLst>
                </a:gridCol>
                <a:gridCol w="3005692">
                  <a:extLst>
                    <a:ext uri="{9D8B030D-6E8A-4147-A177-3AD203B41FA5}">
                      <a16:colId xmlns:a16="http://schemas.microsoft.com/office/drawing/2014/main" val="3342784846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116083248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3026367074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040012200"/>
                    </a:ext>
                  </a:extLst>
                </a:gridCol>
                <a:gridCol w="3097133">
                  <a:extLst>
                    <a:ext uri="{9D8B030D-6E8A-4147-A177-3AD203B41FA5}">
                      <a16:colId xmlns:a16="http://schemas.microsoft.com/office/drawing/2014/main" val="2118090705"/>
                    </a:ext>
                  </a:extLst>
                </a:gridCol>
              </a:tblGrid>
              <a:tr h="1429235"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S No.</a:t>
                      </a:r>
                    </a:p>
                  </a:txBody>
                  <a:tcPr>
                    <a:solidFill>
                      <a:srgbClr val="54AC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Reference Name (Write Paper Title)</a:t>
                      </a:r>
                    </a:p>
                  </a:txBody>
                  <a:tcPr>
                    <a:solidFill>
                      <a:srgbClr val="54AC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Seed Idea/ Work description</a:t>
                      </a:r>
                    </a:p>
                  </a:txBody>
                  <a:tcPr>
                    <a:solidFill>
                      <a:srgbClr val="54AC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Problems</a:t>
                      </a:r>
                      <a:r>
                        <a:rPr lang="en-IN" sz="2800" baseline="0" dirty="0"/>
                        <a:t> found</a:t>
                      </a:r>
                      <a:endParaRPr lang="en-IN" sz="2800" dirty="0"/>
                    </a:p>
                  </a:txBody>
                  <a:tcPr>
                    <a:solidFill>
                      <a:srgbClr val="54A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Any other criteria</a:t>
                      </a:r>
                    </a:p>
                  </a:txBody>
                  <a:tcPr>
                    <a:solidFill>
                      <a:srgbClr val="54AC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Proposed System</a:t>
                      </a:r>
                    </a:p>
                  </a:txBody>
                  <a:tcPr>
                    <a:solidFill>
                      <a:srgbClr val="54A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78082"/>
                  </a:ext>
                </a:extLst>
              </a:tr>
              <a:tr h="176552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Integrating LoRa and Image Processing for Enhanced Military Surveillance and Situational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ESP32 + LoRa based wearable; monitors heart rate, temperature, GPS and sends real-time data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No ML/decision logic; lacks context-aware analysis → possible false alerts, higher power use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6327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Focus on real-time tracking &amp; surveillance using LoRa communication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Multi-sensor + Decision Tree ML; context-aware detection; reduced false alerts + low power (event-driven LoRa)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159192"/>
                  </a:ext>
                </a:extLst>
              </a:tr>
              <a:tr h="1771131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2000" b="0" dirty="0" err="1">
                          <a:solidFill>
                            <a:schemeClr val="tx2"/>
                          </a:solidFill>
                        </a:rPr>
                        <a:t>LifeLine</a:t>
                      </a: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: Smart Soldier Health Monitoring and Situational Awareness System Powered by ESP8266 and IoT Integration</a:t>
                      </a:r>
                    </a:p>
                  </a:txBody>
                  <a:tcPr marL="109728" marR="109728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IoT-based wearable using ESP8266; monitors HR, BP, SpO₂, temp + GPS; continuous real-time data transmission</a:t>
                      </a:r>
                      <a:endParaRPr lang="en-US" sz="2000" b="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109728" marR="109728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Uses continuous transmission → high power; no implemented ML (only future scope); possible false alerts</a:t>
                      </a:r>
                      <a:endParaRPr lang="en-US" sz="2000" b="0" u="none" strike="noStrike" cap="none" dirty="0">
                        <a:solidFill>
                          <a:schemeClr val="tx2"/>
                        </a:solidFill>
                      </a:endParaRPr>
                    </a:p>
                  </a:txBody>
                  <a:tcPr marL="109728" marR="109728" marT="48768" marB="48768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Focus on IoT + real-time monitoring; suggests AI/ML for future improvement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 marL="109728" marR="109728" marT="48768" marB="48768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Implements Decision Tree ML at edge; event-driven LoRa (low power); context-aware multi-sensor fusion → reduced false alerts</a:t>
                      </a:r>
                    </a:p>
                  </a:txBody>
                  <a:tcPr marL="109728" marR="109728" marT="48768" marB="48768"/>
                </a:tc>
                <a:extLst>
                  <a:ext uri="{0D108BD9-81ED-4DB2-BD59-A6C34878D82A}">
                    <a16:rowId xmlns:a16="http://schemas.microsoft.com/office/drawing/2014/main" val="3484875754"/>
                  </a:ext>
                </a:extLst>
              </a:tr>
              <a:tr h="176552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Soldier Health and Position Tracking System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IoT system using </a:t>
                      </a:r>
                      <a:r>
                        <a:rPr lang="en-US" sz="2000" b="0" dirty="0" err="1">
                          <a:solidFill>
                            <a:schemeClr val="tx2"/>
                          </a:solidFill>
                        </a:rPr>
                        <a:t>NodeMCU</a:t>
                      </a:r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 + GPS + sensors; monitors HR, temperature, SpO₂ and sends data to control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Uses basic monitoring (no ML/decision logic); single-parameter alerts → false alerts; possible higher power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Focus on health + position tracking; includes SOS-based alert system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Uses Decision Tree ML + multi-sensor fusion; context-aware analysis; event-driven LoRa → low power &amp; accurate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379347"/>
                  </a:ext>
                </a:extLst>
              </a:tr>
              <a:tr h="1765526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Soldier Safety using GPS and GSM Modem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WBAN-based system using GSM + GPS; monitors heart rate, temperature and stores data in cloud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Uses GSM → high power &amp; network dependency; no ML/decision logic; single-parameter alerts → false alerts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Focus on cloud storage + remote monitoring using GSM communication</a:t>
                      </a:r>
                      <a:endParaRPr lang="en-IN" sz="20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2"/>
                          </a:solidFill>
                        </a:rPr>
                        <a:t>Uses LoRa (no GSM, low power); Decision Tree ML + multi-sensor fusion; event-driven alerts → efficient &amp; reliable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8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91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671">
        <p14:prism isInverted="1"/>
      </p:transition>
    </mc:Choice>
    <mc:Fallback xmlns="">
      <p:transition spd="slow" advTm="367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/>
                </a:solidFill>
                <a:latin typeface="Georgia" pitchFamily="18" charset="0"/>
              </a:rPr>
              <a:t>EXISTING METHODS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F7349-70E5-6045-C040-5B5B4C8D7AC1}"/>
              </a:ext>
            </a:extLst>
          </p:cNvPr>
          <p:cNvSpPr txBox="1"/>
          <p:nvPr/>
        </p:nvSpPr>
        <p:spPr>
          <a:xfrm>
            <a:off x="2230438" y="1742597"/>
            <a:ext cx="10892796" cy="814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GSM / IoT based communication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Monitors basic parameters (HR, temperature, GPS)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single-parameter based alerts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continuous data transmission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real-time tracking only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power consumption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dependency (GSM/Internet issues)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 alerts due to lack of context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intelligent decision-making (ML absent)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suitable for long-duration remote deployment</a:t>
            </a:r>
          </a:p>
        </p:txBody>
      </p:sp>
    </p:spTree>
    <p:extLst>
      <p:ext uri="{BB962C8B-B14F-4D97-AF65-F5344CB8AC3E}">
        <p14:creationId xmlns:p14="http://schemas.microsoft.com/office/powerpoint/2010/main" val="322628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27DA-1433-644C-B664-893D8F73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>
            <a:extLst>
              <a:ext uri="{FF2B5EF4-FFF2-40B4-BE49-F238E27FC236}">
                <a16:creationId xmlns:a16="http://schemas.microsoft.com/office/drawing/2014/main" id="{64C807CC-92E6-C01F-8DC6-DF845FCA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/>
                </a:solidFill>
                <a:latin typeface="Georgia" pitchFamily="18" charset="0"/>
              </a:rPr>
              <a:t>PROPOSED METHOD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5677BAA-4DBC-8346-B8BE-EEC408BD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8C71B-5733-1CF0-BC85-3C78592195D1}"/>
              </a:ext>
            </a:extLst>
          </p:cNvPr>
          <p:cNvSpPr txBox="1"/>
          <p:nvPr/>
        </p:nvSpPr>
        <p:spPr>
          <a:xfrm>
            <a:off x="1294334" y="1768885"/>
            <a:ext cx="15697744" cy="740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Wearable system using ESP32 + LoRa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MAX30102(Heart rate), MPU6050(Motion sensor), DHT22(Temperature and Humidity), GPS NEO-6M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Implements simple ML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edge-based Decision Tree logic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+ temp trend + motion + environment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Motion used as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supporting parameter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health prediction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(heatstroke, panic, etc.)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Event-driven LoRa transmission → low power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alert with location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detection &amp; reduced false alerts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55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15B4-DC3F-F896-1082-AF3B29F9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>
            <a:extLst>
              <a:ext uri="{FF2B5EF4-FFF2-40B4-BE49-F238E27FC236}">
                <a16:creationId xmlns:a16="http://schemas.microsoft.com/office/drawing/2014/main" id="{7669CCB4-B2D5-60E2-80BB-83A3B96C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latin typeface="Georgia" pitchFamily="18" charset="0"/>
              </a:rPr>
              <a:t>SYSTEM </a:t>
            </a:r>
            <a:r>
              <a:rPr lang="en-US" sz="7200" dirty="0">
                <a:solidFill>
                  <a:schemeClr val="accent1"/>
                </a:solidFill>
                <a:latin typeface="Georgia" pitchFamily="18" charset="0"/>
              </a:rPr>
              <a:t>ARCHITECTURE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D6CC4C-DF72-2F82-7C84-6DBED780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6E5D5-E2B5-5229-6B16-D257D9A0CB7A}"/>
              </a:ext>
            </a:extLst>
          </p:cNvPr>
          <p:cNvSpPr txBox="1"/>
          <p:nvPr/>
        </p:nvSpPr>
        <p:spPr>
          <a:xfrm>
            <a:off x="1222326" y="2537198"/>
            <a:ext cx="16273808" cy="6817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Layer: MAX30102 (HR), MPU6050 (motion), DHT22 (temp &amp; humidity), GPS NEO-6M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Layer: ESP32 (edge processing)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Layer: Decision Tree (simple ML logic)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Layer: LoRa (RA-02 module)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Station: Receives alert + location data </a:t>
            </a:r>
          </a:p>
          <a:p>
            <a:pPr>
              <a:lnSpc>
                <a:spcPct val="125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Flow: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 → ESP32 data collection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→ Decision Tree analysis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→ Sleep mode (no transmission)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→ LoRa alert + GPS location </a:t>
            </a:r>
          </a:p>
          <a:p>
            <a:pPr marL="514350" indent="-5143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low power + intelligent monitoring</a:t>
            </a:r>
          </a:p>
        </p:txBody>
      </p:sp>
    </p:spTree>
    <p:extLst>
      <p:ext uri="{BB962C8B-B14F-4D97-AF65-F5344CB8AC3E}">
        <p14:creationId xmlns:p14="http://schemas.microsoft.com/office/powerpoint/2010/main" val="99324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B8D5-8E02-EAE1-ADFC-698248FC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>
            <a:extLst>
              <a:ext uri="{FF2B5EF4-FFF2-40B4-BE49-F238E27FC236}">
                <a16:creationId xmlns:a16="http://schemas.microsoft.com/office/drawing/2014/main" id="{419AE968-9668-DE51-1F56-2C532863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7200" dirty="0">
                <a:latin typeface="Georgia" pitchFamily="18" charset="0"/>
              </a:rPr>
              <a:t>Block Diagram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5898C88-3E26-924E-D2DD-0701EB8F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2E4B3-EEE0-F02D-22AF-B983F32CB478}"/>
              </a:ext>
            </a:extLst>
          </p:cNvPr>
          <p:cNvSpPr/>
          <p:nvPr/>
        </p:nvSpPr>
        <p:spPr>
          <a:xfrm>
            <a:off x="658139" y="2405685"/>
            <a:ext cx="3416749" cy="21219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Sensors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HR | Motion | Temp | Humidity | GPS</a:t>
            </a:r>
          </a:p>
          <a:p>
            <a:pPr algn="ctr"/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09F1B-BA52-8175-A5D3-58EAF63B274B}"/>
              </a:ext>
            </a:extLst>
          </p:cNvPr>
          <p:cNvSpPr/>
          <p:nvPr/>
        </p:nvSpPr>
        <p:spPr>
          <a:xfrm>
            <a:off x="14471798" y="2467373"/>
            <a:ext cx="3416749" cy="21219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Control Station</a:t>
            </a:r>
            <a:br>
              <a:rPr lang="en-IN" sz="2400" dirty="0"/>
            </a:br>
            <a:r>
              <a:rPr lang="en-IN" sz="2400" dirty="0"/>
              <a:t>Alert + Location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D7251-1320-B1AA-8723-2F1161EA9E0A}"/>
              </a:ext>
            </a:extLst>
          </p:cNvPr>
          <p:cNvSpPr/>
          <p:nvPr/>
        </p:nvSpPr>
        <p:spPr>
          <a:xfrm>
            <a:off x="5469978" y="2405685"/>
            <a:ext cx="3416749" cy="21219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ESP32</a:t>
            </a:r>
            <a:br>
              <a:rPr lang="en-IN" sz="2400" dirty="0"/>
            </a:br>
            <a:r>
              <a:rPr lang="en-IN" sz="2400" dirty="0"/>
              <a:t>Edge Decision Tree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75911-006C-1925-EE0A-9F1357DF2384}"/>
              </a:ext>
            </a:extLst>
          </p:cNvPr>
          <p:cNvSpPr/>
          <p:nvPr/>
        </p:nvSpPr>
        <p:spPr>
          <a:xfrm>
            <a:off x="9970888" y="2467373"/>
            <a:ext cx="3416749" cy="21219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LoRa Module</a:t>
            </a:r>
            <a:br>
              <a:rPr lang="en-IN" sz="2400" dirty="0"/>
            </a:br>
            <a:r>
              <a:rPr lang="en-IN" sz="2400" dirty="0"/>
              <a:t>Emergency Transmission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6C78E5-2D0A-B56A-A391-51A5EC624E57}"/>
              </a:ext>
            </a:extLst>
          </p:cNvPr>
          <p:cNvSpPr/>
          <p:nvPr/>
        </p:nvSpPr>
        <p:spPr>
          <a:xfrm>
            <a:off x="5257715" y="5918608"/>
            <a:ext cx="3416749" cy="212198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Sleep Mode</a:t>
            </a:r>
            <a:br>
              <a:rPr lang="en-IN" sz="2400" dirty="0"/>
            </a:br>
            <a:r>
              <a:rPr lang="en-IN" sz="2400" dirty="0"/>
              <a:t>(No Transmission)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03F67-8813-EE1B-3BAE-6C83305428BF}"/>
              </a:ext>
            </a:extLst>
          </p:cNvPr>
          <p:cNvSpPr txBox="1"/>
          <p:nvPr/>
        </p:nvSpPr>
        <p:spPr>
          <a:xfrm>
            <a:off x="2590478" y="8018714"/>
            <a:ext cx="115932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Normal → </a:t>
            </a:r>
            <a:r>
              <a:rPr lang="en-IN" sz="3200" dirty="0"/>
              <a:t>System stays in Sleep Mode </a:t>
            </a:r>
            <a:r>
              <a:rPr lang="en-US" altLang="en-US" sz="3200" dirty="0"/>
              <a:t>(power saving)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Emergency → LoRa + GPS alert</a:t>
            </a: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i="1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E4AB59-7B95-298A-30E8-7FE4A5A9886A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966089" y="4743080"/>
            <a:ext cx="1" cy="117552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9285FD-2B00-0832-5268-7D9B20EDB0F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074888" y="3466680"/>
            <a:ext cx="1395090" cy="63455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75BBF2-4BAC-8ACF-DEC2-63E61FCC69A3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8886727" y="3466679"/>
            <a:ext cx="1084161" cy="1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F2FF69-C5D9-AA6D-256F-AE66064A6BF6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13387637" y="3528368"/>
            <a:ext cx="1084161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81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6ABD-E39C-CC63-C809-A9CA8C96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>
            <a:extLst>
              <a:ext uri="{FF2B5EF4-FFF2-40B4-BE49-F238E27FC236}">
                <a16:creationId xmlns:a16="http://schemas.microsoft.com/office/drawing/2014/main" id="{D0B1F9A8-B10F-3F6B-A015-7AF7BF4F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/>
                </a:solidFill>
                <a:latin typeface="Bebas Neue Regular" pitchFamily="50" charset="0"/>
              </a:rPr>
              <a:t>Circuit diagram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8E78C3-68D1-4EFB-B723-C3FAFDB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54A77E-9E7A-7E11-80CA-F373E49920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0013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A1662-B1C6-1921-585F-D6408453C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7" y="1866900"/>
            <a:ext cx="9201441" cy="7237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610124-1BB8-532C-0041-DDC682951DA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647262" y="1866900"/>
            <a:ext cx="8496944" cy="72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2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DCBF-7B70-BB92-F0E6-BECF2DA0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>
            <a:extLst>
              <a:ext uri="{FF2B5EF4-FFF2-40B4-BE49-F238E27FC236}">
                <a16:creationId xmlns:a16="http://schemas.microsoft.com/office/drawing/2014/main" id="{7D83BAB3-085B-2135-5595-D8310DDA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/>
                </a:solidFill>
                <a:latin typeface="Bebas Neue Regular" pitchFamily="50" charset="0"/>
              </a:rPr>
              <a:t>WORKING METHODOLOGY</a:t>
            </a:r>
            <a:endParaRPr lang="en-US" sz="7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69AEF0-25A3-CD7B-B826-782CE78F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A6199-8F5A-68EB-1065-2A86678741CC}"/>
              </a:ext>
            </a:extLst>
          </p:cNvPr>
          <p:cNvSpPr txBox="1"/>
          <p:nvPr/>
        </p:nvSpPr>
        <p:spPr>
          <a:xfrm>
            <a:off x="1980640" y="1450107"/>
            <a:ext cx="16273808" cy="814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 continuously collect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HR, motion, temp, humidity, GPS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sent to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ESP32 for processing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 logic (edge ML)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vs temperature + motion + environment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abnormal conditions (heatstroke, panic, etc.)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Motion used to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false alerts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→ system in sleep mode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abnormal → trigger alert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transmits alert + GPS location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control station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accurate, low-power, real-time monitoring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576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タイトル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chemeClr val="accent1"/>
                </a:solidFill>
                <a:latin typeface="Georgia" pitchFamily="18" charset="0"/>
              </a:rPr>
              <a:t>Applications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64BF-D67A-46C0-81D2-5BAF67C00C8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94334" y="2222590"/>
            <a:ext cx="13403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Georgia" pitchFamily="18" charset="0"/>
              </a:rPr>
              <a:t>The </a:t>
            </a:r>
            <a:r>
              <a:rPr lang="en-IN" sz="4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Georgia" pitchFamily="18" charset="0"/>
              </a:rPr>
              <a:t>Applications are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2938A-AB29-4F82-8872-960C4B053A13}"/>
              </a:ext>
            </a:extLst>
          </p:cNvPr>
          <p:cNvSpPr txBox="1"/>
          <p:nvPr/>
        </p:nvSpPr>
        <p:spPr>
          <a:xfrm>
            <a:off x="2770498" y="3271292"/>
            <a:ext cx="12745416" cy="592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Military soldier health monitoring in border areas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surveillance &amp; safety systems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Disaster management &amp; rescue operations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Firefighters / hazardous environment monitoring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worker safety monitoring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 &amp; wildlife field operations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Wearable healthcare in remote regions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in low-network, extreme environment conditions </a:t>
            </a:r>
          </a:p>
        </p:txBody>
      </p:sp>
    </p:spTree>
    <p:extLst>
      <p:ext uri="{BB962C8B-B14F-4D97-AF65-F5344CB8AC3E}">
        <p14:creationId xmlns:p14="http://schemas.microsoft.com/office/powerpoint/2010/main" val="238508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627">
        <p14:prism isInverted="1"/>
      </p:transition>
    </mc:Choice>
    <mc:Fallback xmlns="">
      <p:transition spd="slow" advTm="362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3D3F-696D-4D5E-94BE-F68CF2A61A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7650"/>
            <a:ext cx="16457613" cy="1201738"/>
          </a:xfrm>
          <a:prstGeom prst="rect">
            <a:avLst/>
          </a:prstGeom>
        </p:spPr>
        <p:txBody>
          <a:bodyPr/>
          <a:lstStyle/>
          <a:p>
            <a:r>
              <a:rPr lang="en-IN" sz="7200" dirty="0">
                <a:latin typeface="Georgia" pitchFamily="18" charset="0"/>
              </a:rPr>
              <a:t>Advantages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74CDB-DF0B-4B0F-BF1B-6700AF8EFF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22813" y="9680575"/>
            <a:ext cx="863600" cy="547688"/>
          </a:xfrm>
          <a:prstGeom prst="rect">
            <a:avLst/>
          </a:prstGeom>
        </p:spPr>
        <p:txBody>
          <a:bodyPr/>
          <a:lstStyle/>
          <a:p>
            <a:fld id="{387164BF-D67A-46C0-81D2-5BAF67C00C8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C17B89-969C-4E01-BB12-C4E10AA8C3F1}"/>
              </a:ext>
            </a:extLst>
          </p:cNvPr>
          <p:cNvSpPr txBox="1"/>
          <p:nvPr/>
        </p:nvSpPr>
        <p:spPr>
          <a:xfrm>
            <a:off x="2230438" y="2623220"/>
            <a:ext cx="12745416" cy="591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power consumption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(event-driven LoRa)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Long-range communication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GSM/Internet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false alerts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context-aware analysis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Multi-sensor fusion → higher accuracy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Edge-based ML → fast decision making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emergency alert with location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Compact &amp; wearable design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and harsh environments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783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3D3F-696D-4D5E-94BE-F68CF2A61A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7650"/>
            <a:ext cx="16457613" cy="1201738"/>
          </a:xfrm>
          <a:prstGeom prst="rect">
            <a:avLst/>
          </a:prstGeom>
        </p:spPr>
        <p:txBody>
          <a:bodyPr/>
          <a:lstStyle/>
          <a:p>
            <a:r>
              <a:rPr lang="en-IN" sz="7200" dirty="0">
                <a:latin typeface="Georgia" pitchFamily="18" charset="0"/>
              </a:rPr>
              <a:t>Limitations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74CDB-DF0B-4B0F-BF1B-6700AF8EFF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95838" y="9636125"/>
            <a:ext cx="790575" cy="547688"/>
          </a:xfrm>
          <a:prstGeom prst="rect">
            <a:avLst/>
          </a:prstGeom>
        </p:spPr>
        <p:txBody>
          <a:bodyPr/>
          <a:lstStyle/>
          <a:p>
            <a:fld id="{387164BF-D67A-46C0-81D2-5BAF67C00C8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80CAF-2A3A-4ABE-8527-AFEF46DE37AD}"/>
              </a:ext>
            </a:extLst>
          </p:cNvPr>
          <p:cNvSpPr txBox="1"/>
          <p:nvPr/>
        </p:nvSpPr>
        <p:spPr>
          <a:xfrm>
            <a:off x="2590478" y="2767236"/>
            <a:ext cx="12745416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DHT22 cannot measure exact body temperature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(only near-skin trend)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 is simple ML → limited accuracy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complex cases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 has limited data rate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(not suitable for large data)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errors / noise in harsh conditions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life depends on usage &amp; transmission frequency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lvl="0" indent="-5143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for improvement using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ML &amp; better sensors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44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8000" dirty="0">
                <a:latin typeface="Georgia" pitchFamily="18" charset="0"/>
              </a:rPr>
              <a:t>Conclusion &amp; </a:t>
            </a:r>
            <a:r>
              <a:rPr lang="en-US" altLang="en-US" sz="8000" dirty="0">
                <a:solidFill>
                  <a:schemeClr val="accent5"/>
                </a:solidFill>
                <a:latin typeface="Georgia" pitchFamily="18" charset="0"/>
              </a:rPr>
              <a:t>Future Work</a:t>
            </a:r>
            <a:endParaRPr lang="en-US" sz="8000" dirty="0">
              <a:solidFill>
                <a:schemeClr val="accent1"/>
              </a:solidFill>
              <a:latin typeface="Georgia" pitchFamily="18" charset="0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xfrm>
            <a:off x="17568142" y="9636372"/>
            <a:ext cx="792088" cy="547688"/>
          </a:xfrm>
        </p:spPr>
        <p:txBody>
          <a:bodyPr/>
          <a:lstStyle/>
          <a:p>
            <a:fld id="{387164BF-D67A-46C0-81D2-5BAF67C00C8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5"/>
          </p:nvPr>
        </p:nvSpPr>
        <p:spPr>
          <a:xfrm>
            <a:off x="713522" y="1615108"/>
            <a:ext cx="16638596" cy="7920880"/>
          </a:xfrm>
        </p:spPr>
        <p:txBody>
          <a:bodyPr/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Georgia" pitchFamily="18" charset="0"/>
              </a:rPr>
              <a:t>Conclusion: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Developed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low-power wearable system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soldier safety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multi-sensor fusion + Decision Tree (edge ML)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Achieves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context-aware health monitoring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Reduces false alerts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effectively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LoRa enables long-range communication without network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Suitable for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remote and extreme environments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en-IN" dirty="0">
              <a:latin typeface="Georgia" pitchFamily="18" charset="0"/>
            </a:endParaRP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IN" sz="3200" b="1" dirty="0">
                <a:latin typeface="Georgia" pitchFamily="18" charset="0"/>
              </a:rPr>
              <a:t>Future Works</a:t>
            </a:r>
            <a:r>
              <a:rPr lang="en-IN" sz="3200" dirty="0"/>
              <a:t>: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Cloud integration via LoRa receiver (ESP32 → Cloud → Laptop display)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replacement of LED display with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real-time monitoring dashboard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Li-ion battery with voltage regulation circuits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(safe power supply)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Improve system with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advanced ML models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Implement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data encryption for secure LoRa communication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342900" lvl="0" indent="-34290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Enhance accuracy using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better body temperature sensors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435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CD4E-4E55-4D1D-8314-45E89BFDF1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7650"/>
            <a:ext cx="16457613" cy="1201738"/>
          </a:xfrm>
          <a:prstGeom prst="rect">
            <a:avLst/>
          </a:prstGeom>
        </p:spPr>
        <p:txBody>
          <a:bodyPr/>
          <a:lstStyle/>
          <a:p>
            <a:r>
              <a:rPr lang="en-US" sz="7200" dirty="0">
                <a:latin typeface="Georgia" pitchFamily="18" charset="0"/>
              </a:rPr>
              <a:t>Reference</a:t>
            </a:r>
            <a:endParaRPr lang="en-IN" sz="7200" dirty="0">
              <a:latin typeface="Georgia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B81583-6119-469F-9AF1-59293BC5B3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95838" y="9391650"/>
            <a:ext cx="790575" cy="792163"/>
          </a:xfrm>
          <a:prstGeom prst="rect">
            <a:avLst/>
          </a:prstGeom>
        </p:spPr>
        <p:txBody>
          <a:bodyPr/>
          <a:lstStyle/>
          <a:p>
            <a:fld id="{387164BF-D67A-46C0-81D2-5BAF67C00C8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D03F2-C6C9-4A24-B68F-91DA41973C9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2246" y="1449388"/>
            <a:ext cx="16416338" cy="4537075"/>
          </a:xfrm>
        </p:spPr>
        <p:txBody>
          <a:bodyPr>
            <a:noAutofit/>
          </a:bodyPr>
          <a:lstStyle/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J. Kang, W. Yang, G. Dermody, M. Ghasemian, S. Adibi, and P. Haskell-Dowland, “No soldiers left behind: An IoT-based low-power military mobile health system design,”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201498–201515, Nov. 2020,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10.1109/ACCESS.2020.3035812.</a:t>
            </a:r>
          </a:p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J. Lin, A. Satish, K. L. S. Richardson, S. An, C. O. Yaldiz, and M. Buller, “Predicting soldier performance on structured military training marches with wearable accelerometer and physiological data,”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Sensors Journal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24, no. 1, pp. 403–413, Jan. 2024,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10.1109/JSEN.2023.3330409. </a:t>
            </a:r>
          </a:p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Thotakura, S. Movva, L. Apoorva, and J. Susmitha,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Smart soldier health monitoring and situational awareness system powered by ESP8266 and IoT integration,” in Proc. 2025 6th Int. Conf. Electronics and Sustainable Communication Systems (ICESC), Coimbatore, India, Sept. 2025,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10.1109/ICESC65114.2025.11212282.</a:t>
            </a:r>
          </a:p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Umamaheswari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Ahmed Zintha, S. Abinesh, and P. Kalaiselvan, “Integrating LoRa and image processing for enhanced military surveillance and situational awareness,”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3rd Int. Conf. Advancements in Electrical, Electronics, Communication, Computing and Automation (ICAECA)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Coimbatore, India, Apr. 2025,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10.1109/ICAECA63854.2025.11012606.</a:t>
            </a:r>
          </a:p>
          <a:p>
            <a:pPr marL="400050" indent="-400050" fontAlgn="base">
              <a:lnSpc>
                <a:spcPct val="14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Aggarwal, V. Kumar, V. Singhal, and R. Yadav, “Soldier health and position tracking system,”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Sustainable Emerging Innovations in Engineering and Technology (ICSEIET)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Ghaziabad, India, Sep. 2023,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10.1109/ICSEIET58677.2023.10303559.</a:t>
            </a:r>
          </a:p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400050" fontAlgn="base">
              <a:lnSpc>
                <a:spcPct val="140000"/>
              </a:lnSpc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53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eorgia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0845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6282">
        <p14:flip dir="r"/>
      </p:transition>
    </mc:Choice>
    <mc:Fallback xmlns="">
      <p:transition spd="slow" advTm="6282">
        <p:fade/>
      </p:transition>
    </mc:Fallback>
  </mc:AlternateContent>
</p:sld>
</file>

<file path=ppt/theme/theme1.xml><?xml version="1.0" encoding="utf-8"?>
<a:theme xmlns:a="http://schemas.openxmlformats.org/drawingml/2006/main" name="Title">
  <a:themeElements>
    <a:clrScheme name="Procyon">
      <a:dk1>
        <a:srgbClr val="FFFFFF"/>
      </a:dk1>
      <a:lt1>
        <a:srgbClr val="FFFFFF"/>
      </a:lt1>
      <a:dk2>
        <a:srgbClr val="3F3F3F"/>
      </a:dk2>
      <a:lt2>
        <a:srgbClr val="FFFFFF"/>
      </a:lt2>
      <a:accent1>
        <a:srgbClr val="3EA3F8"/>
      </a:accent1>
      <a:accent2>
        <a:srgbClr val="127CFC"/>
      </a:accent2>
      <a:accent3>
        <a:srgbClr val="0D54F3"/>
      </a:accent3>
      <a:accent4>
        <a:srgbClr val="8064A2"/>
      </a:accent4>
      <a:accent5>
        <a:srgbClr val="4BACC6"/>
      </a:accent5>
      <a:accent6>
        <a:srgbClr val="F79646"/>
      </a:accent6>
      <a:hlink>
        <a:srgbClr val="3EA3F8"/>
      </a:hlink>
      <a:folHlink>
        <a:srgbClr val="7F7F7F"/>
      </a:folHlink>
    </a:clrScheme>
    <a:fontScheme name="Procyon">
      <a:majorFont>
        <a:latin typeface="Bebas Neue Book"/>
        <a:ea typeface="Capella Bold"/>
        <a:cs typeface=""/>
      </a:majorFont>
      <a:minorFont>
        <a:latin typeface="Roboto Light"/>
        <a:ea typeface="Capella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">
  <a:themeElements>
    <a:clrScheme name="Procyon">
      <a:dk1>
        <a:srgbClr val="FFFFFF"/>
      </a:dk1>
      <a:lt1>
        <a:srgbClr val="FFFFFF"/>
      </a:lt1>
      <a:dk2>
        <a:srgbClr val="3F3F3F"/>
      </a:dk2>
      <a:lt2>
        <a:srgbClr val="FFFFFF"/>
      </a:lt2>
      <a:accent1>
        <a:srgbClr val="3EA3F8"/>
      </a:accent1>
      <a:accent2>
        <a:srgbClr val="127CFC"/>
      </a:accent2>
      <a:accent3>
        <a:srgbClr val="0D54F3"/>
      </a:accent3>
      <a:accent4>
        <a:srgbClr val="8064A2"/>
      </a:accent4>
      <a:accent5>
        <a:srgbClr val="4BACC6"/>
      </a:accent5>
      <a:accent6>
        <a:srgbClr val="F79646"/>
      </a:accent6>
      <a:hlink>
        <a:srgbClr val="3EA3F8"/>
      </a:hlink>
      <a:folHlink>
        <a:srgbClr val="7F7F7F"/>
      </a:folHlink>
    </a:clrScheme>
    <a:fontScheme name="Procyon">
      <a:majorFont>
        <a:latin typeface="Bebas Neue Book"/>
        <a:ea typeface="Capella Bold"/>
        <a:cs typeface=""/>
      </a:majorFont>
      <a:minorFont>
        <a:latin typeface="Roboto Light"/>
        <a:ea typeface="Capella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>
            <a:alpha val="10196"/>
          </a:srgbClr>
        </a:solidFill>
        <a:ln w="98425" cmpd="thinThick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FFFF">
              <a:alpha val="50196"/>
            </a:srgb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8279</TotalTime>
  <Words>1551</Words>
  <Application>Microsoft Office PowerPoint</Application>
  <PresentationFormat>Custom</PresentationFormat>
  <Paragraphs>195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Bebas Neue Book</vt:lpstr>
      <vt:lpstr>Bebas Neue Regular</vt:lpstr>
      <vt:lpstr>Calibri</vt:lpstr>
      <vt:lpstr>Georgia</vt:lpstr>
      <vt:lpstr>Roboto Light</vt:lpstr>
      <vt:lpstr>Times New Roman</vt:lpstr>
      <vt:lpstr>Wingdings</vt:lpstr>
      <vt:lpstr>Title</vt:lpstr>
      <vt:lpstr>Contents</vt:lpstr>
      <vt:lpstr>R.M.K. ENGINEERING COLLEGE</vt:lpstr>
      <vt:lpstr>PowerPoint Presentation</vt:lpstr>
      <vt:lpstr>Problem Statement</vt:lpstr>
      <vt:lpstr>Objectives</vt:lpstr>
      <vt:lpstr>Literature survey </vt:lpstr>
      <vt:lpstr>EXISTING METHODS</vt:lpstr>
      <vt:lpstr>PROPOSED METHOD</vt:lpstr>
      <vt:lpstr>SYSTEM ARCHITECTURE</vt:lpstr>
      <vt:lpstr>Block Diagram</vt:lpstr>
      <vt:lpstr>Circuit diagram</vt:lpstr>
      <vt:lpstr>WORKING METHODOLOGY</vt:lpstr>
      <vt:lpstr>Applications</vt:lpstr>
      <vt:lpstr>Advantages</vt:lpstr>
      <vt:lpstr>Limitations</vt:lpstr>
      <vt:lpstr>Conclusion &amp; Future Work</vt:lpstr>
      <vt:lpstr>Reference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Procyon</dc:title>
  <dc:creator>Jun</dc:creator>
  <cp:lastModifiedBy>Kamaleshwaran M</cp:lastModifiedBy>
  <cp:revision>319</cp:revision>
  <dcterms:created xsi:type="dcterms:W3CDTF">2015-01-09T17:56:04Z</dcterms:created>
  <dcterms:modified xsi:type="dcterms:W3CDTF">2026-03-22T07:46:32Z</dcterms:modified>
</cp:coreProperties>
</file>